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3.xml" ContentType="application/vnd.openxmlformats-officedocument.theme+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heme/theme4.xml" ContentType="application/vnd.openxmlformats-officedocument.theme+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theme/theme5.xml" ContentType="application/vnd.openxmlformats-officedocument.theme+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theme/theme6.xml" ContentType="application/vnd.openxmlformats-officedocument.theme+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theme/theme7.xml" ContentType="application/vnd.openxmlformats-officedocument.theme+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theme/theme8.xml" ContentType="application/vnd.openxmlformats-officedocument.theme+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theme/theme9.xml" ContentType="application/vnd.openxmlformats-officedocument.theme+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theme/theme10.xml" ContentType="application/vnd.openxmlformats-officedocument.theme+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theme/theme11.xml" ContentType="application/vnd.openxmlformats-officedocument.theme+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theme/theme12.xml" ContentType="application/vnd.openxmlformats-officedocument.theme+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theme/theme13.xml" ContentType="application/vnd.openxmlformats-officedocument.theme+xml"/>
  <Override PartName="/ppt/theme/theme14.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notesSlides/notesSlide1.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drawings/drawing2.xml" ContentType="application/vnd.openxmlformats-officedocument.drawingml.chartshapes+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drawings/drawing3.xml" ContentType="application/vnd.openxmlformats-officedocument.drawingml.chartshape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1" r:id="rId4"/>
    <p:sldMasterId id="2147483827" r:id="rId5"/>
    <p:sldMasterId id="2147483844" r:id="rId6"/>
    <p:sldMasterId id="2147483861" r:id="rId7"/>
    <p:sldMasterId id="2147483910" r:id="rId8"/>
    <p:sldMasterId id="2147483922" r:id="rId9"/>
    <p:sldMasterId id="2147483946" r:id="rId10"/>
    <p:sldMasterId id="2147484037" r:id="rId11"/>
    <p:sldMasterId id="2147484055" r:id="rId12"/>
    <p:sldMasterId id="2147484067" r:id="rId13"/>
    <p:sldMasterId id="2147484084" r:id="rId14"/>
    <p:sldMasterId id="2147484102" r:id="rId15"/>
    <p:sldMasterId id="2147484119" r:id="rId16"/>
  </p:sldMasterIdLst>
  <p:notesMasterIdLst>
    <p:notesMasterId r:id="rId36"/>
  </p:notesMasterIdLst>
  <p:sldIdLst>
    <p:sldId id="258" r:id="rId17"/>
    <p:sldId id="284" r:id="rId18"/>
    <p:sldId id="259" r:id="rId19"/>
    <p:sldId id="260" r:id="rId20"/>
    <p:sldId id="261" r:id="rId21"/>
    <p:sldId id="262" r:id="rId22"/>
    <p:sldId id="277" r:id="rId23"/>
    <p:sldId id="264" r:id="rId24"/>
    <p:sldId id="266" r:id="rId25"/>
    <p:sldId id="267" r:id="rId26"/>
    <p:sldId id="268" r:id="rId27"/>
    <p:sldId id="282" r:id="rId28"/>
    <p:sldId id="283" r:id="rId29"/>
    <p:sldId id="281" r:id="rId30"/>
    <p:sldId id="285" r:id="rId31"/>
    <p:sldId id="286" r:id="rId32"/>
    <p:sldId id="288" r:id="rId33"/>
    <p:sldId id="280" r:id="rId34"/>
    <p:sldId id="289"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9ED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53" autoAdjust="0"/>
    <p:restoredTop sz="94660"/>
  </p:normalViewPr>
  <p:slideViewPr>
    <p:cSldViewPr snapToGrid="0">
      <p:cViewPr varScale="1">
        <p:scale>
          <a:sx n="78" d="100"/>
          <a:sy n="78" d="100"/>
        </p:scale>
        <p:origin x="36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0.xml"/><Relationship Id="rId18" Type="http://schemas.openxmlformats.org/officeDocument/2006/relationships/slide" Target="slides/slide2.xml"/><Relationship Id="rId26" Type="http://schemas.openxmlformats.org/officeDocument/2006/relationships/slide" Target="slides/slide10.xml"/><Relationship Id="rId39" Type="http://schemas.openxmlformats.org/officeDocument/2006/relationships/theme" Target="theme/theme1.xml"/><Relationship Id="rId21" Type="http://schemas.openxmlformats.org/officeDocument/2006/relationships/slide" Target="slides/slide5.xml"/><Relationship Id="rId34" Type="http://schemas.openxmlformats.org/officeDocument/2006/relationships/slide" Target="slides/slide18.xml"/><Relationship Id="rId7" Type="http://schemas.openxmlformats.org/officeDocument/2006/relationships/slideMaster" Target="slideMasters/slideMaster4.xml"/><Relationship Id="rId12" Type="http://schemas.openxmlformats.org/officeDocument/2006/relationships/slideMaster" Target="slideMasters/slideMaster9.xml"/><Relationship Id="rId17" Type="http://schemas.openxmlformats.org/officeDocument/2006/relationships/slide" Target="slides/slide1.xml"/><Relationship Id="rId25" Type="http://schemas.openxmlformats.org/officeDocument/2006/relationships/slide" Target="slides/slide9.xml"/><Relationship Id="rId33" Type="http://schemas.openxmlformats.org/officeDocument/2006/relationships/slide" Target="slides/slide17.xml"/><Relationship Id="rId38"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Master" Target="slideMasters/slideMaster13.xml"/><Relationship Id="rId20" Type="http://schemas.openxmlformats.org/officeDocument/2006/relationships/slide" Target="slides/slide4.xml"/><Relationship Id="rId29" Type="http://schemas.openxmlformats.org/officeDocument/2006/relationships/slide" Target="slides/slide13.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24" Type="http://schemas.openxmlformats.org/officeDocument/2006/relationships/slide" Target="slides/slide8.xml"/><Relationship Id="rId32" Type="http://schemas.openxmlformats.org/officeDocument/2006/relationships/slide" Target="slides/slide16.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Master" Target="slideMasters/slideMaster12.xml"/><Relationship Id="rId23" Type="http://schemas.openxmlformats.org/officeDocument/2006/relationships/slide" Target="slides/slide7.xml"/><Relationship Id="rId28" Type="http://schemas.openxmlformats.org/officeDocument/2006/relationships/slide" Target="slides/slide12.xml"/><Relationship Id="rId36" Type="http://schemas.openxmlformats.org/officeDocument/2006/relationships/notesMaster" Target="notesMasters/notesMaster1.xml"/><Relationship Id="rId10" Type="http://schemas.openxmlformats.org/officeDocument/2006/relationships/slideMaster" Target="slideMasters/slideMaster7.xml"/><Relationship Id="rId19" Type="http://schemas.openxmlformats.org/officeDocument/2006/relationships/slide" Target="slides/slide3.xml"/><Relationship Id="rId31"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Master" Target="slideMasters/slideMaster11.xml"/><Relationship Id="rId22" Type="http://schemas.openxmlformats.org/officeDocument/2006/relationships/slide" Target="slides/slide6.xml"/><Relationship Id="rId27" Type="http://schemas.openxmlformats.org/officeDocument/2006/relationships/slide" Target="slides/slide11.xml"/><Relationship Id="rId30" Type="http://schemas.openxmlformats.org/officeDocument/2006/relationships/slide" Target="slides/slide14.xml"/><Relationship Id="rId35" Type="http://schemas.openxmlformats.org/officeDocument/2006/relationships/slide" Target="slides/slide19.xml"/><Relationship Id="rId8" Type="http://schemas.openxmlformats.org/officeDocument/2006/relationships/slideMaster" Target="slideMasters/slideMaster5.xml"/><Relationship Id="rId3" Type="http://schemas.openxmlformats.org/officeDocument/2006/relationships/customXml" Target="../customXml/item3.xml"/></Relationships>
</file>

<file path=ppt/charts/_rels/chart1.xml.rels><?xml version="1.0" encoding="UTF-8" standalone="yes"?>
<Relationships xmlns="http://schemas.openxmlformats.org/package/2006/relationships"><Relationship Id="rId3" Type="http://schemas.openxmlformats.org/officeDocument/2006/relationships/oleObject" Target="file:///C:\Users\Dell\Documents\Entertainment_Preferences_1000_Respondents%20.%20project1.xlsx" TargetMode="Externa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Dell\Documents\Entertainment_Preferences_1000_Respondents%20.%20project1.xlsx" TargetMode="Externa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chartUserShapes" Target="../drawings/drawing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Dell\Documents\Entertainment_Preferences_1000_Respondents%20.%20project1.xlsx" TargetMode="Externa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chartUserShapes" Target="../drawings/drawing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7.5719917847085483E-2"/>
          <c:y val="1.6128864358894816E-2"/>
          <c:w val="0.86958545622973604"/>
          <c:h val="0.85074530952049965"/>
        </c:manualLayout>
      </c:layout>
      <c:scatterChart>
        <c:scatterStyle val="lineMarker"/>
        <c:varyColors val="0"/>
        <c:ser>
          <c:idx val="0"/>
          <c:order val="0"/>
          <c:tx>
            <c:strRef>
              <c:f>Sheet2!$B$106</c:f>
              <c:strCache>
                <c:ptCount val="1"/>
                <c:pt idx="0">
                  <c:v>Sum of Monthly_Spending_INR</c:v>
                </c:pt>
              </c:strCache>
            </c:strRef>
          </c:tx>
          <c:spPr>
            <a:ln w="25400" cap="rnd">
              <a:noFill/>
              <a:round/>
            </a:ln>
            <a:effectLst>
              <a:outerShdw blurRad="40000" dist="23000" dir="5400000" rotWithShape="0">
                <a:srgbClr val="000000">
                  <a:alpha val="35000"/>
                </a:srgbClr>
              </a:outerShdw>
            </a:effectLst>
          </c:spPr>
          <c:marker>
            <c:symbol val="circle"/>
            <c:size val="6"/>
            <c:spPr>
              <a:gradFill rotWithShape="1">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w="9525" cap="rnd">
                <a:solidFill>
                  <a:schemeClr val="accent1"/>
                </a:solidFill>
                <a:rou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trendline>
            <c:spPr>
              <a:ln w="19050" cap="rnd">
                <a:solidFill>
                  <a:schemeClr val="accent1"/>
                </a:solidFill>
              </a:ln>
              <a:effectLst/>
            </c:spPr>
            <c:trendlineType val="linear"/>
            <c:dispRSqr val="0"/>
            <c:dispEq val="0"/>
          </c:trendline>
          <c:xVal>
            <c:numRef>
              <c:f>Sheet2!$A$107:$A$132</c:f>
              <c:numCache>
                <c:formatCode>General</c:formatCode>
                <c:ptCount val="26"/>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numCache>
            </c:numRef>
          </c:xVal>
          <c:yVal>
            <c:numRef>
              <c:f>Sheet2!$B$107:$B$132</c:f>
              <c:numCache>
                <c:formatCode>General</c:formatCode>
                <c:ptCount val="26"/>
                <c:pt idx="0">
                  <c:v>45676</c:v>
                </c:pt>
                <c:pt idx="1">
                  <c:v>67805</c:v>
                </c:pt>
                <c:pt idx="2">
                  <c:v>49296</c:v>
                </c:pt>
                <c:pt idx="3">
                  <c:v>60167</c:v>
                </c:pt>
                <c:pt idx="4">
                  <c:v>72258</c:v>
                </c:pt>
                <c:pt idx="5">
                  <c:v>52154</c:v>
                </c:pt>
                <c:pt idx="6">
                  <c:v>58858</c:v>
                </c:pt>
                <c:pt idx="7">
                  <c:v>60165</c:v>
                </c:pt>
                <c:pt idx="8">
                  <c:v>44288</c:v>
                </c:pt>
                <c:pt idx="9">
                  <c:v>46521</c:v>
                </c:pt>
                <c:pt idx="10">
                  <c:v>67557</c:v>
                </c:pt>
                <c:pt idx="11">
                  <c:v>41247</c:v>
                </c:pt>
                <c:pt idx="12">
                  <c:v>84287</c:v>
                </c:pt>
                <c:pt idx="13">
                  <c:v>72006</c:v>
                </c:pt>
                <c:pt idx="14">
                  <c:v>58050</c:v>
                </c:pt>
                <c:pt idx="15">
                  <c:v>56554</c:v>
                </c:pt>
                <c:pt idx="16">
                  <c:v>60706</c:v>
                </c:pt>
                <c:pt idx="17">
                  <c:v>66057</c:v>
                </c:pt>
                <c:pt idx="18">
                  <c:v>71385</c:v>
                </c:pt>
                <c:pt idx="19">
                  <c:v>54931</c:v>
                </c:pt>
                <c:pt idx="20">
                  <c:v>64785</c:v>
                </c:pt>
                <c:pt idx="21">
                  <c:v>70129</c:v>
                </c:pt>
                <c:pt idx="22">
                  <c:v>59873</c:v>
                </c:pt>
                <c:pt idx="23">
                  <c:v>52871</c:v>
                </c:pt>
                <c:pt idx="24">
                  <c:v>47653</c:v>
                </c:pt>
                <c:pt idx="25">
                  <c:v>53106</c:v>
                </c:pt>
              </c:numCache>
            </c:numRef>
          </c:yVal>
          <c:smooth val="0"/>
          <c:extLst>
            <c:ext xmlns:c16="http://schemas.microsoft.com/office/drawing/2014/chart" uri="{C3380CC4-5D6E-409C-BE32-E72D297353CC}">
              <c16:uniqueId val="{00000001-7C97-48FD-9DE4-C480043EF2EF}"/>
            </c:ext>
          </c:extLst>
        </c:ser>
        <c:dLbls>
          <c:dLblPos val="t"/>
          <c:showLegendKey val="0"/>
          <c:showVal val="1"/>
          <c:showCatName val="0"/>
          <c:showSerName val="0"/>
          <c:showPercent val="0"/>
          <c:showBubbleSize val="0"/>
        </c:dLbls>
        <c:axId val="2114672672"/>
        <c:axId val="2114671712"/>
      </c:scatterChart>
      <c:valAx>
        <c:axId val="211467267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114671712"/>
        <c:crosses val="autoZero"/>
        <c:crossBetween val="midCat"/>
      </c:valAx>
      <c:valAx>
        <c:axId val="211467171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114672672"/>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userShapes r:id="rId4"/>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[Entertainment_Preferences_1000_Respondents . project1.xlsx]Sheet7!PivotTable6</c:name>
    <c:fmtId val="32"/>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100"/>
              <a:t>GENDER</a:t>
            </a:r>
            <a:r>
              <a:rPr lang="en-US" sz="1100" baseline="0"/>
              <a:t> BASED MONTHLY SPEND ON ENTERTAINMENT</a:t>
            </a:r>
            <a:endParaRPr lang="en-US" sz="110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0740237622968885"/>
          <c:y val="0.28342634273016654"/>
          <c:w val="0.86460780188735953"/>
          <c:h val="0.43527019937040928"/>
        </c:manualLayout>
      </c:layout>
      <c:barChart>
        <c:barDir val="col"/>
        <c:grouping val="clustered"/>
        <c:varyColors val="0"/>
        <c:ser>
          <c:idx val="0"/>
          <c:order val="0"/>
          <c:tx>
            <c:strRef>
              <c:f>Sheet7!$B$3:$B$4</c:f>
              <c:strCache>
                <c:ptCount val="1"/>
                <c:pt idx="0">
                  <c:v>Action</c:v>
                </c:pt>
              </c:strCache>
            </c:strRef>
          </c:tx>
          <c:spPr>
            <a:solidFill>
              <a:schemeClr val="accent1"/>
            </a:solidFill>
            <a:ln>
              <a:noFill/>
            </a:ln>
            <a:effectLst/>
          </c:spPr>
          <c:invertIfNegative val="0"/>
          <c:cat>
            <c:strRef>
              <c:f>Sheet7!$A$5:$A$8</c:f>
              <c:strCache>
                <c:ptCount val="3"/>
                <c:pt idx="0">
                  <c:v>Female</c:v>
                </c:pt>
                <c:pt idx="1">
                  <c:v>Male</c:v>
                </c:pt>
                <c:pt idx="2">
                  <c:v>Other</c:v>
                </c:pt>
              </c:strCache>
            </c:strRef>
          </c:cat>
          <c:val>
            <c:numRef>
              <c:f>Sheet7!$B$5:$B$8</c:f>
              <c:numCache>
                <c:formatCode>General</c:formatCode>
                <c:ptCount val="3"/>
                <c:pt idx="0">
                  <c:v>65378</c:v>
                </c:pt>
                <c:pt idx="1">
                  <c:v>55789</c:v>
                </c:pt>
                <c:pt idx="2">
                  <c:v>54873</c:v>
                </c:pt>
              </c:numCache>
            </c:numRef>
          </c:val>
          <c:extLst>
            <c:ext xmlns:c16="http://schemas.microsoft.com/office/drawing/2014/chart" uri="{C3380CC4-5D6E-409C-BE32-E72D297353CC}">
              <c16:uniqueId val="{00000000-E735-4416-88C5-F69EBFDDB734}"/>
            </c:ext>
          </c:extLst>
        </c:ser>
        <c:ser>
          <c:idx val="1"/>
          <c:order val="1"/>
          <c:tx>
            <c:strRef>
              <c:f>Sheet7!$C$3:$C$4</c:f>
              <c:strCache>
                <c:ptCount val="1"/>
                <c:pt idx="0">
                  <c:v>Comedy</c:v>
                </c:pt>
              </c:strCache>
            </c:strRef>
          </c:tx>
          <c:spPr>
            <a:solidFill>
              <a:schemeClr val="accent2"/>
            </a:solidFill>
            <a:ln>
              <a:noFill/>
            </a:ln>
            <a:effectLst/>
          </c:spPr>
          <c:invertIfNegative val="0"/>
          <c:cat>
            <c:strRef>
              <c:f>Sheet7!$A$5:$A$8</c:f>
              <c:strCache>
                <c:ptCount val="3"/>
                <c:pt idx="0">
                  <c:v>Female</c:v>
                </c:pt>
                <c:pt idx="1">
                  <c:v>Male</c:v>
                </c:pt>
                <c:pt idx="2">
                  <c:v>Other</c:v>
                </c:pt>
              </c:strCache>
            </c:strRef>
          </c:cat>
          <c:val>
            <c:numRef>
              <c:f>Sheet7!$C$5:$C$8</c:f>
              <c:numCache>
                <c:formatCode>General</c:formatCode>
                <c:ptCount val="3"/>
                <c:pt idx="0">
                  <c:v>66179</c:v>
                </c:pt>
                <c:pt idx="1">
                  <c:v>70833</c:v>
                </c:pt>
                <c:pt idx="2">
                  <c:v>65883</c:v>
                </c:pt>
              </c:numCache>
            </c:numRef>
          </c:val>
          <c:extLst>
            <c:ext xmlns:c16="http://schemas.microsoft.com/office/drawing/2014/chart" uri="{C3380CC4-5D6E-409C-BE32-E72D297353CC}">
              <c16:uniqueId val="{00000001-E735-4416-88C5-F69EBFDDB734}"/>
            </c:ext>
          </c:extLst>
        </c:ser>
        <c:ser>
          <c:idx val="2"/>
          <c:order val="2"/>
          <c:tx>
            <c:strRef>
              <c:f>Sheet7!$D$3:$D$4</c:f>
              <c:strCache>
                <c:ptCount val="1"/>
                <c:pt idx="0">
                  <c:v>Drama</c:v>
                </c:pt>
              </c:strCache>
            </c:strRef>
          </c:tx>
          <c:spPr>
            <a:solidFill>
              <a:schemeClr val="accent3"/>
            </a:solidFill>
            <a:ln>
              <a:noFill/>
            </a:ln>
            <a:effectLst/>
          </c:spPr>
          <c:invertIfNegative val="0"/>
          <c:cat>
            <c:strRef>
              <c:f>Sheet7!$A$5:$A$8</c:f>
              <c:strCache>
                <c:ptCount val="3"/>
                <c:pt idx="0">
                  <c:v>Female</c:v>
                </c:pt>
                <c:pt idx="1">
                  <c:v>Male</c:v>
                </c:pt>
                <c:pt idx="2">
                  <c:v>Other</c:v>
                </c:pt>
              </c:strCache>
            </c:strRef>
          </c:cat>
          <c:val>
            <c:numRef>
              <c:f>Sheet7!$D$5:$D$8</c:f>
              <c:numCache>
                <c:formatCode>General</c:formatCode>
                <c:ptCount val="3"/>
                <c:pt idx="0">
                  <c:v>87860</c:v>
                </c:pt>
                <c:pt idx="1">
                  <c:v>53570</c:v>
                </c:pt>
                <c:pt idx="2">
                  <c:v>74686</c:v>
                </c:pt>
              </c:numCache>
            </c:numRef>
          </c:val>
          <c:extLst>
            <c:ext xmlns:c16="http://schemas.microsoft.com/office/drawing/2014/chart" uri="{C3380CC4-5D6E-409C-BE32-E72D297353CC}">
              <c16:uniqueId val="{00000002-E735-4416-88C5-F69EBFDDB734}"/>
            </c:ext>
          </c:extLst>
        </c:ser>
        <c:ser>
          <c:idx val="3"/>
          <c:order val="3"/>
          <c:tx>
            <c:strRef>
              <c:f>Sheet7!$E$3:$E$4</c:f>
              <c:strCache>
                <c:ptCount val="1"/>
                <c:pt idx="0">
                  <c:v>Horror</c:v>
                </c:pt>
              </c:strCache>
            </c:strRef>
          </c:tx>
          <c:spPr>
            <a:solidFill>
              <a:schemeClr val="accent4"/>
            </a:solidFill>
            <a:ln>
              <a:noFill/>
            </a:ln>
            <a:effectLst/>
          </c:spPr>
          <c:invertIfNegative val="0"/>
          <c:cat>
            <c:strRef>
              <c:f>Sheet7!$A$5:$A$8</c:f>
              <c:strCache>
                <c:ptCount val="3"/>
                <c:pt idx="0">
                  <c:v>Female</c:v>
                </c:pt>
                <c:pt idx="1">
                  <c:v>Male</c:v>
                </c:pt>
                <c:pt idx="2">
                  <c:v>Other</c:v>
                </c:pt>
              </c:strCache>
            </c:strRef>
          </c:cat>
          <c:val>
            <c:numRef>
              <c:f>Sheet7!$E$5:$E$8</c:f>
              <c:numCache>
                <c:formatCode>General</c:formatCode>
                <c:ptCount val="3"/>
                <c:pt idx="0">
                  <c:v>82041</c:v>
                </c:pt>
                <c:pt idx="1">
                  <c:v>56512</c:v>
                </c:pt>
                <c:pt idx="2">
                  <c:v>50616</c:v>
                </c:pt>
              </c:numCache>
            </c:numRef>
          </c:val>
          <c:extLst>
            <c:ext xmlns:c16="http://schemas.microsoft.com/office/drawing/2014/chart" uri="{C3380CC4-5D6E-409C-BE32-E72D297353CC}">
              <c16:uniqueId val="{00000003-E735-4416-88C5-F69EBFDDB734}"/>
            </c:ext>
          </c:extLst>
        </c:ser>
        <c:ser>
          <c:idx val="4"/>
          <c:order val="4"/>
          <c:tx>
            <c:strRef>
              <c:f>Sheet7!$F$3:$F$4</c:f>
              <c:strCache>
                <c:ptCount val="1"/>
                <c:pt idx="0">
                  <c:v>Pop</c:v>
                </c:pt>
              </c:strCache>
            </c:strRef>
          </c:tx>
          <c:spPr>
            <a:solidFill>
              <a:schemeClr val="accent5"/>
            </a:solidFill>
            <a:ln>
              <a:noFill/>
            </a:ln>
            <a:effectLst/>
          </c:spPr>
          <c:invertIfNegative val="0"/>
          <c:cat>
            <c:strRef>
              <c:f>Sheet7!$A$5:$A$8</c:f>
              <c:strCache>
                <c:ptCount val="3"/>
                <c:pt idx="0">
                  <c:v>Female</c:v>
                </c:pt>
                <c:pt idx="1">
                  <c:v>Male</c:v>
                </c:pt>
                <c:pt idx="2">
                  <c:v>Other</c:v>
                </c:pt>
              </c:strCache>
            </c:strRef>
          </c:cat>
          <c:val>
            <c:numRef>
              <c:f>Sheet7!$F$5:$F$8</c:f>
              <c:numCache>
                <c:formatCode>General</c:formatCode>
                <c:ptCount val="3"/>
                <c:pt idx="0">
                  <c:v>48552</c:v>
                </c:pt>
                <c:pt idx="1">
                  <c:v>53082</c:v>
                </c:pt>
                <c:pt idx="2">
                  <c:v>50007</c:v>
                </c:pt>
              </c:numCache>
            </c:numRef>
          </c:val>
          <c:extLst>
            <c:ext xmlns:c16="http://schemas.microsoft.com/office/drawing/2014/chart" uri="{C3380CC4-5D6E-409C-BE32-E72D297353CC}">
              <c16:uniqueId val="{00000004-E735-4416-88C5-F69EBFDDB734}"/>
            </c:ext>
          </c:extLst>
        </c:ser>
        <c:ser>
          <c:idx val="5"/>
          <c:order val="5"/>
          <c:tx>
            <c:strRef>
              <c:f>Sheet7!$G$3:$G$4</c:f>
              <c:strCache>
                <c:ptCount val="1"/>
                <c:pt idx="0">
                  <c:v>Romance</c:v>
                </c:pt>
              </c:strCache>
            </c:strRef>
          </c:tx>
          <c:spPr>
            <a:solidFill>
              <a:schemeClr val="accent6"/>
            </a:solidFill>
            <a:ln>
              <a:noFill/>
            </a:ln>
            <a:effectLst/>
          </c:spPr>
          <c:invertIfNegative val="0"/>
          <c:cat>
            <c:strRef>
              <c:f>Sheet7!$A$5:$A$8</c:f>
              <c:strCache>
                <c:ptCount val="3"/>
                <c:pt idx="0">
                  <c:v>Female</c:v>
                </c:pt>
                <c:pt idx="1">
                  <c:v>Male</c:v>
                </c:pt>
                <c:pt idx="2">
                  <c:v>Other</c:v>
                </c:pt>
              </c:strCache>
            </c:strRef>
          </c:cat>
          <c:val>
            <c:numRef>
              <c:f>Sheet7!$G$5:$G$8</c:f>
              <c:numCache>
                <c:formatCode>General</c:formatCode>
                <c:ptCount val="3"/>
                <c:pt idx="0">
                  <c:v>58173</c:v>
                </c:pt>
                <c:pt idx="1">
                  <c:v>68590</c:v>
                </c:pt>
                <c:pt idx="2">
                  <c:v>67092</c:v>
                </c:pt>
              </c:numCache>
            </c:numRef>
          </c:val>
          <c:extLst>
            <c:ext xmlns:c16="http://schemas.microsoft.com/office/drawing/2014/chart" uri="{C3380CC4-5D6E-409C-BE32-E72D297353CC}">
              <c16:uniqueId val="{00000005-E735-4416-88C5-F69EBFDDB734}"/>
            </c:ext>
          </c:extLst>
        </c:ser>
        <c:ser>
          <c:idx val="6"/>
          <c:order val="6"/>
          <c:tx>
            <c:strRef>
              <c:f>Sheet7!$H$3:$H$4</c:f>
              <c:strCache>
                <c:ptCount val="1"/>
                <c:pt idx="0">
                  <c:v>Sports</c:v>
                </c:pt>
              </c:strCache>
            </c:strRef>
          </c:tx>
          <c:spPr>
            <a:solidFill>
              <a:schemeClr val="accent1">
                <a:lumMod val="60000"/>
              </a:schemeClr>
            </a:solidFill>
            <a:ln>
              <a:noFill/>
            </a:ln>
            <a:effectLst/>
          </c:spPr>
          <c:invertIfNegative val="0"/>
          <c:cat>
            <c:strRef>
              <c:f>Sheet7!$A$5:$A$8</c:f>
              <c:strCache>
                <c:ptCount val="3"/>
                <c:pt idx="0">
                  <c:v>Female</c:v>
                </c:pt>
                <c:pt idx="1">
                  <c:v>Male</c:v>
                </c:pt>
                <c:pt idx="2">
                  <c:v>Other</c:v>
                </c:pt>
              </c:strCache>
            </c:strRef>
          </c:cat>
          <c:val>
            <c:numRef>
              <c:f>Sheet7!$H$5:$H$8</c:f>
              <c:numCache>
                <c:formatCode>General</c:formatCode>
                <c:ptCount val="3"/>
                <c:pt idx="0">
                  <c:v>70019</c:v>
                </c:pt>
                <c:pt idx="1">
                  <c:v>77491</c:v>
                </c:pt>
                <c:pt idx="2">
                  <c:v>68871</c:v>
                </c:pt>
              </c:numCache>
            </c:numRef>
          </c:val>
          <c:extLst>
            <c:ext xmlns:c16="http://schemas.microsoft.com/office/drawing/2014/chart" uri="{C3380CC4-5D6E-409C-BE32-E72D297353CC}">
              <c16:uniqueId val="{00000006-E735-4416-88C5-F69EBFDDB734}"/>
            </c:ext>
          </c:extLst>
        </c:ser>
        <c:ser>
          <c:idx val="7"/>
          <c:order val="7"/>
          <c:tx>
            <c:strRef>
              <c:f>Sheet7!$I$3:$I$4</c:f>
              <c:strCache>
                <c:ptCount val="1"/>
                <c:pt idx="0">
                  <c:v>Thriller</c:v>
                </c:pt>
              </c:strCache>
            </c:strRef>
          </c:tx>
          <c:spPr>
            <a:solidFill>
              <a:schemeClr val="accent2">
                <a:lumMod val="60000"/>
              </a:schemeClr>
            </a:solidFill>
            <a:ln>
              <a:noFill/>
            </a:ln>
            <a:effectLst/>
          </c:spPr>
          <c:invertIfNegative val="0"/>
          <c:cat>
            <c:strRef>
              <c:f>Sheet7!$A$5:$A$8</c:f>
              <c:strCache>
                <c:ptCount val="3"/>
                <c:pt idx="0">
                  <c:v>Female</c:v>
                </c:pt>
                <c:pt idx="1">
                  <c:v>Male</c:v>
                </c:pt>
                <c:pt idx="2">
                  <c:v>Other</c:v>
                </c:pt>
              </c:strCache>
            </c:strRef>
          </c:cat>
          <c:val>
            <c:numRef>
              <c:f>Sheet7!$I$5:$I$8</c:f>
              <c:numCache>
                <c:formatCode>General</c:formatCode>
                <c:ptCount val="3"/>
                <c:pt idx="0">
                  <c:v>57595</c:v>
                </c:pt>
                <c:pt idx="1">
                  <c:v>68777</c:v>
                </c:pt>
                <c:pt idx="2">
                  <c:v>65916</c:v>
                </c:pt>
              </c:numCache>
            </c:numRef>
          </c:val>
          <c:extLst>
            <c:ext xmlns:c16="http://schemas.microsoft.com/office/drawing/2014/chart" uri="{C3380CC4-5D6E-409C-BE32-E72D297353CC}">
              <c16:uniqueId val="{00000007-E735-4416-88C5-F69EBFDDB734}"/>
            </c:ext>
          </c:extLst>
        </c:ser>
        <c:dLbls>
          <c:showLegendKey val="0"/>
          <c:showVal val="0"/>
          <c:showCatName val="0"/>
          <c:showSerName val="0"/>
          <c:showPercent val="0"/>
          <c:showBubbleSize val="0"/>
        </c:dLbls>
        <c:gapWidth val="219"/>
        <c:overlap val="-27"/>
        <c:axId val="1507432272"/>
        <c:axId val="1507430832"/>
      </c:barChart>
      <c:catAx>
        <c:axId val="15074322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07430832"/>
        <c:crosses val="autoZero"/>
        <c:auto val="1"/>
        <c:lblAlgn val="ctr"/>
        <c:lblOffset val="100"/>
        <c:noMultiLvlLbl val="0"/>
      </c:catAx>
      <c:valAx>
        <c:axId val="150743083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07432272"/>
        <c:crosses val="autoZero"/>
        <c:crossBetween val="between"/>
      </c:valAx>
      <c:spPr>
        <a:noFill/>
        <a:ln>
          <a:noFill/>
        </a:ln>
        <a:effectLst/>
      </c:spPr>
    </c:plotArea>
    <c:legend>
      <c:legendPos val="t"/>
      <c:layout>
        <c:manualLayout>
          <c:xMode val="edge"/>
          <c:yMode val="edge"/>
          <c:x val="5.9406825191286192E-2"/>
          <c:y val="9.1857671599563401E-2"/>
          <c:w val="0.89841686970517887"/>
          <c:h val="0.18099889634819299"/>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userShapes r:id="rId4"/>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[Entertainment_Preferences_1000_Respondents . project1.xlsx]Sheet2!PivotTable15</c:name>
    <c:fmtId val="22"/>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aseline="0"/>
              <a:t>RESPONDENT'S EDUCATIONAL LEVEL </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w="19050">
            <a:solidFill>
              <a:schemeClr val="lt1"/>
            </a:solidFill>
          </a:ln>
          <a:effectLst/>
        </c:spPr>
        <c:marker>
          <c:symbol val="none"/>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
        <c:spPr>
          <a:solidFill>
            <a:schemeClr val="accent1"/>
          </a:solidFill>
          <a:ln w="19050">
            <a:solidFill>
              <a:schemeClr val="lt1"/>
            </a:solidFill>
          </a:ln>
          <a:effectLst/>
        </c:spPr>
        <c:dLbl>
          <c:idx val="0"/>
          <c:layout>
            <c:manualLayout>
              <c:x val="7.7777777777777682E-2"/>
              <c:y val="-8.3333333333333329E-2"/>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2"/>
        <c:spPr>
          <a:solidFill>
            <a:schemeClr val="accent3"/>
          </a:solidFill>
          <a:ln w="19050">
            <a:solidFill>
              <a:schemeClr val="lt1"/>
            </a:solidFill>
          </a:ln>
          <a:effectLst/>
        </c:spPr>
        <c:dLbl>
          <c:idx val="0"/>
          <c:layout>
            <c:manualLayout>
              <c:x val="-8.0555555555555575E-2"/>
              <c:y val="-3.7037037037037077E-2"/>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3"/>
        <c:spPr>
          <a:solidFill>
            <a:schemeClr val="accent2"/>
          </a:solidFill>
          <a:ln w="19050">
            <a:solidFill>
              <a:schemeClr val="lt1"/>
            </a:solidFill>
          </a:ln>
          <a:effectLst/>
        </c:spPr>
        <c:dLbl>
          <c:idx val="0"/>
          <c:layout>
            <c:manualLayout>
              <c:x val="0.18333333333333332"/>
              <c:y val="5.5555555555555552E-2"/>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4"/>
        <c:spPr>
          <a:solidFill>
            <a:schemeClr val="accent1"/>
          </a:solidFill>
          <a:ln w="19050">
            <a:solidFill>
              <a:schemeClr val="lt1"/>
            </a:solidFill>
          </a:ln>
          <a:effectLst/>
        </c:spPr>
        <c:marker>
          <c:symbol val="none"/>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5"/>
        <c:spPr>
          <a:solidFill>
            <a:schemeClr val="accent1"/>
          </a:solidFill>
          <a:ln w="19050">
            <a:solidFill>
              <a:schemeClr val="lt1"/>
            </a:solidFill>
          </a:ln>
          <a:effectLst/>
        </c:spPr>
        <c:dLbl>
          <c:idx val="0"/>
          <c:layout>
            <c:manualLayout>
              <c:x val="7.7777777777777682E-2"/>
              <c:y val="-8.3333333333333329E-2"/>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6"/>
        <c:spPr>
          <a:solidFill>
            <a:schemeClr val="accent1"/>
          </a:solidFill>
          <a:ln w="19050">
            <a:solidFill>
              <a:schemeClr val="lt1"/>
            </a:solidFill>
          </a:ln>
          <a:effectLst/>
        </c:spPr>
        <c:dLbl>
          <c:idx val="0"/>
          <c:layout>
            <c:manualLayout>
              <c:x val="0.18333333333333332"/>
              <c:y val="5.5555555555555552E-2"/>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7"/>
        <c:spPr>
          <a:solidFill>
            <a:schemeClr val="accent1"/>
          </a:solidFill>
          <a:ln w="19050">
            <a:solidFill>
              <a:schemeClr val="lt1"/>
            </a:solidFill>
          </a:ln>
          <a:effectLst/>
        </c:spPr>
        <c:dLbl>
          <c:idx val="0"/>
          <c:layout>
            <c:manualLayout>
              <c:x val="-8.0555555555555575E-2"/>
              <c:y val="-3.7037037037037077E-2"/>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8"/>
        <c:spPr>
          <a:solidFill>
            <a:schemeClr val="accent1"/>
          </a:solidFill>
          <a:ln w="19050">
            <a:solidFill>
              <a:schemeClr val="lt1"/>
            </a:solidFill>
          </a:ln>
          <a:effectLst/>
        </c:spPr>
        <c:marker>
          <c:symbol val="none"/>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9"/>
        <c:spPr>
          <a:solidFill>
            <a:schemeClr val="accent1"/>
          </a:solidFill>
          <a:ln w="19050">
            <a:solidFill>
              <a:schemeClr val="lt1"/>
            </a:solidFill>
          </a:ln>
          <a:effectLst/>
        </c:spPr>
        <c:dLbl>
          <c:idx val="0"/>
          <c:layout>
            <c:manualLayout>
              <c:x val="7.7777777777777682E-2"/>
              <c:y val="-8.3333333333333329E-2"/>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0"/>
        <c:spPr>
          <a:solidFill>
            <a:schemeClr val="accent1"/>
          </a:solidFill>
          <a:ln w="19050">
            <a:solidFill>
              <a:schemeClr val="lt1"/>
            </a:solidFill>
          </a:ln>
          <a:effectLst/>
        </c:spPr>
        <c:dLbl>
          <c:idx val="0"/>
          <c:layout>
            <c:manualLayout>
              <c:x val="0.18333333333333332"/>
              <c:y val="5.5555555555555552E-2"/>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1"/>
        <c:spPr>
          <a:solidFill>
            <a:schemeClr val="accent1"/>
          </a:solidFill>
          <a:ln w="19050">
            <a:solidFill>
              <a:schemeClr val="lt1"/>
            </a:solidFill>
          </a:ln>
          <a:effectLst/>
        </c:spPr>
        <c:dLbl>
          <c:idx val="0"/>
          <c:layout>
            <c:manualLayout>
              <c:x val="-8.0555555555555575E-2"/>
              <c:y val="-3.7037037037037077E-2"/>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2"/>
        <c:spPr>
          <a:solidFill>
            <a:schemeClr val="accent1"/>
          </a:solidFill>
          <a:ln w="19050">
            <a:solidFill>
              <a:schemeClr val="lt1"/>
            </a:solidFill>
          </a:ln>
          <a:effectLst/>
        </c:spPr>
        <c:marker>
          <c:symbol val="none"/>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3"/>
        <c:spPr>
          <a:solidFill>
            <a:schemeClr val="accent1"/>
          </a:solidFill>
          <a:ln w="19050">
            <a:solidFill>
              <a:schemeClr val="lt1"/>
            </a:solidFill>
          </a:ln>
          <a:effectLst/>
        </c:spPr>
        <c:dLbl>
          <c:idx val="0"/>
          <c:layout>
            <c:manualLayout>
              <c:x val="7.7777777777777682E-2"/>
              <c:y val="-8.3333333333333329E-2"/>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4"/>
        <c:spPr>
          <a:solidFill>
            <a:schemeClr val="accent1"/>
          </a:solidFill>
          <a:ln w="19050">
            <a:solidFill>
              <a:schemeClr val="lt1"/>
            </a:solidFill>
          </a:ln>
          <a:effectLst/>
        </c:spPr>
        <c:dLbl>
          <c:idx val="0"/>
          <c:layout>
            <c:manualLayout>
              <c:x val="0.18333333333333332"/>
              <c:y val="5.5555555555555552E-2"/>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5"/>
        <c:spPr>
          <a:solidFill>
            <a:schemeClr val="accent1"/>
          </a:solidFill>
          <a:ln w="19050">
            <a:solidFill>
              <a:schemeClr val="lt1"/>
            </a:solidFill>
          </a:ln>
          <a:effectLst/>
        </c:spPr>
        <c:dLbl>
          <c:idx val="0"/>
          <c:layout>
            <c:manualLayout>
              <c:x val="-8.0555555555555575E-2"/>
              <c:y val="-3.7037037037037077E-2"/>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6"/>
        <c:spPr>
          <a:solidFill>
            <a:schemeClr val="accent1"/>
          </a:solidFill>
          <a:ln w="19050">
            <a:solidFill>
              <a:schemeClr val="lt1"/>
            </a:solidFill>
          </a:ln>
          <a:effectLst/>
        </c:spPr>
        <c:marker>
          <c:symbol val="none"/>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7"/>
        <c:spPr>
          <a:solidFill>
            <a:schemeClr val="accent1"/>
          </a:solidFill>
          <a:ln w="19050">
            <a:solidFill>
              <a:schemeClr val="lt1"/>
            </a:solidFill>
          </a:ln>
          <a:effectLst/>
        </c:spPr>
        <c:dLbl>
          <c:idx val="0"/>
          <c:layout>
            <c:manualLayout>
              <c:x val="7.7777777777777682E-2"/>
              <c:y val="-8.3333333333333329E-2"/>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8"/>
        <c:spPr>
          <a:solidFill>
            <a:schemeClr val="accent1"/>
          </a:solidFill>
          <a:ln w="19050">
            <a:solidFill>
              <a:schemeClr val="lt1"/>
            </a:solidFill>
          </a:ln>
          <a:effectLst/>
        </c:spPr>
        <c:dLbl>
          <c:idx val="0"/>
          <c:layout>
            <c:manualLayout>
              <c:x val="0.18333333333333332"/>
              <c:y val="5.5555555555555552E-2"/>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9"/>
        <c:spPr>
          <a:solidFill>
            <a:schemeClr val="accent1"/>
          </a:solidFill>
          <a:ln w="19050">
            <a:solidFill>
              <a:schemeClr val="lt1"/>
            </a:solidFill>
          </a:ln>
          <a:effectLst/>
        </c:spPr>
        <c:dLbl>
          <c:idx val="0"/>
          <c:layout>
            <c:manualLayout>
              <c:x val="-8.0555555555555575E-2"/>
              <c:y val="-3.7037037037037077E-2"/>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s>
    <c:plotArea>
      <c:layout>
        <c:manualLayout>
          <c:layoutTarget val="inner"/>
          <c:xMode val="edge"/>
          <c:yMode val="edge"/>
          <c:x val="9.0813648293963253E-2"/>
          <c:y val="0.17682771667722258"/>
          <c:w val="0.49128937007874018"/>
          <c:h val="0.74133952850386831"/>
        </c:manualLayout>
      </c:layout>
      <c:doughnutChart>
        <c:varyColors val="1"/>
        <c:ser>
          <c:idx val="0"/>
          <c:order val="0"/>
          <c:tx>
            <c:strRef>
              <c:f>Sheet2!$B$179</c:f>
              <c:strCache>
                <c:ptCount val="1"/>
                <c:pt idx="0">
                  <c:v>Total</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3328-4F8D-A7F2-ED9CC97C485B}"/>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3328-4F8D-A7F2-ED9CC97C485B}"/>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3328-4F8D-A7F2-ED9CC97C485B}"/>
              </c:ext>
            </c:extLst>
          </c:dPt>
          <c:dLbls>
            <c:dLbl>
              <c:idx val="0"/>
              <c:layout>
                <c:manualLayout>
                  <c:x val="7.7777777777777682E-2"/>
                  <c:y val="-8.3333333333333329E-2"/>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1-3328-4F8D-A7F2-ED9CC97C485B}"/>
                </c:ext>
              </c:extLst>
            </c:dLbl>
            <c:dLbl>
              <c:idx val="1"/>
              <c:layout>
                <c:manualLayout>
                  <c:x val="0.18333333333333332"/>
                  <c:y val="5.5555555555555552E-2"/>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3-3328-4F8D-A7F2-ED9CC97C485B}"/>
                </c:ext>
              </c:extLst>
            </c:dLbl>
            <c:dLbl>
              <c:idx val="2"/>
              <c:layout>
                <c:manualLayout>
                  <c:x val="-8.0555555555555575E-2"/>
                  <c:y val="-3.7037037037037077E-2"/>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5-3328-4F8D-A7F2-ED9CC97C485B}"/>
                </c:ext>
              </c:extLst>
            </c:dLbl>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Sheet2!$A$180:$A$183</c:f>
              <c:strCache>
                <c:ptCount val="3"/>
                <c:pt idx="0">
                  <c:v>PG</c:v>
                </c:pt>
                <c:pt idx="1">
                  <c:v>School</c:v>
                </c:pt>
                <c:pt idx="2">
                  <c:v>UG</c:v>
                </c:pt>
              </c:strCache>
            </c:strRef>
          </c:cat>
          <c:val>
            <c:numRef>
              <c:f>Sheet2!$B$180:$B$183</c:f>
              <c:numCache>
                <c:formatCode>General</c:formatCode>
                <c:ptCount val="3"/>
                <c:pt idx="0">
                  <c:v>335</c:v>
                </c:pt>
                <c:pt idx="1">
                  <c:v>354</c:v>
                </c:pt>
                <c:pt idx="2">
                  <c:v>311</c:v>
                </c:pt>
              </c:numCache>
            </c:numRef>
          </c:val>
          <c:extLst>
            <c:ext xmlns:c16="http://schemas.microsoft.com/office/drawing/2014/chart" uri="{C3380CC4-5D6E-409C-BE32-E72D297353CC}">
              <c16:uniqueId val="{00000006-3328-4F8D-A7F2-ED9CC97C485B}"/>
            </c:ext>
          </c:extLst>
        </c:ser>
        <c:dLbls>
          <c:showLegendKey val="0"/>
          <c:showVal val="0"/>
          <c:showCatName val="0"/>
          <c:showSerName val="0"/>
          <c:showPercent val="0"/>
          <c:showBubbleSize val="0"/>
          <c:showLeaderLines val="0"/>
        </c:dLbls>
        <c:firstSliceAng val="0"/>
        <c:holeSize val="75"/>
      </c:doughnutChart>
      <c:spPr>
        <a:noFill/>
        <a:ln>
          <a:noFill/>
        </a:ln>
        <a:effectLst/>
      </c:spPr>
    </c:plotArea>
    <c:legend>
      <c:legendPos val="r"/>
      <c:layout>
        <c:manualLayout>
          <c:xMode val="edge"/>
          <c:yMode val="edge"/>
          <c:x val="0.65069444444444446"/>
          <c:y val="0.33035797608632256"/>
          <c:w val="0.26597222222222222"/>
          <c:h val="0.3016429717118693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userShapes r:id="rId4"/>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43">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9525" cap="rnd">
        <a:solidFill>
          <a:schemeClr val="phClr"/>
        </a:solidFill>
        <a:round/>
      </a:ln>
    </cs:spPr>
  </cs:dataPointLine>
  <cs:dataPointMarker>
    <cs:lnRef idx="0">
      <cs:styleClr val="auto"/>
    </cs:lnRef>
    <cs:fillRef idx="3">
      <cs:styleClr val="auto"/>
    </cs:fillRef>
    <cs:effectRef idx="3"/>
    <cs:fontRef idx="minor">
      <a:schemeClr val="tx1"/>
    </cs:fontRef>
    <cs:spPr>
      <a:ln w="9525" cap="rnd">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0.51144</cdr:x>
      <cdr:y>0.65373</cdr:y>
    </cdr:from>
    <cdr:to>
      <cdr:x>0.93996</cdr:x>
      <cdr:y>0.90062</cdr:y>
    </cdr:to>
    <cdr:sp macro="" textlink="">
      <cdr:nvSpPr>
        <cdr:cNvPr id="2" name="TextBox 1">
          <a:extLst xmlns:a="http://schemas.openxmlformats.org/drawingml/2006/main">
            <a:ext uri="{FF2B5EF4-FFF2-40B4-BE49-F238E27FC236}">
              <a16:creationId xmlns:a16="http://schemas.microsoft.com/office/drawing/2014/main" id="{35AE63EF-BB96-5264-EBCF-87C98A68C1C8}"/>
            </a:ext>
          </a:extLst>
        </cdr:cNvPr>
        <cdr:cNvSpPr txBox="1"/>
      </cdr:nvSpPr>
      <cdr:spPr>
        <a:xfrm xmlns:a="http://schemas.openxmlformats.org/drawingml/2006/main">
          <a:off x="4327526" y="2673350"/>
          <a:ext cx="3625850" cy="1009650"/>
        </a:xfrm>
        <a:prstGeom xmlns:a="http://schemas.openxmlformats.org/drawingml/2006/main" prst="rect">
          <a:avLst/>
        </a:prstGeom>
        <a:solidFill xmlns:a="http://schemas.openxmlformats.org/drawingml/2006/main">
          <a:schemeClr val="accent3">
            <a:lumMod val="40000"/>
            <a:lumOff val="60000"/>
          </a:schemeClr>
        </a:solidFill>
      </cdr:spPr>
      <cdr:txBody>
        <a:bodyPr xmlns:a="http://schemas.openxmlformats.org/drawingml/2006/main" vertOverflow="clip" wrap="square" rtlCol="0"/>
        <a:lstStyle xmlns:a="http://schemas.openxmlformats.org/drawingml/2006/main"/>
        <a:p xmlns:a="http://schemas.openxmlformats.org/drawingml/2006/main">
          <a:r>
            <a:rPr lang="en-IN" sz="1100" b="1" kern="1200" dirty="0"/>
            <a:t>High-hour users </a:t>
          </a:r>
          <a:r>
            <a:rPr lang="en-IN" sz="1100" kern="1200" dirty="0"/>
            <a:t>(25–30 hrs) frequently appear in premium spending brackets (₹2000+). </a:t>
          </a:r>
          <a:r>
            <a:rPr lang="en-IN" sz="1100" b="1" kern="1200" dirty="0"/>
            <a:t> Ideal for upselling bundles &amp; exclusive plans.</a:t>
          </a:r>
        </a:p>
        <a:p xmlns:a="http://schemas.openxmlformats.org/drawingml/2006/main">
          <a:r>
            <a:rPr lang="en-IN" sz="1100" b="1" kern="1200" dirty="0"/>
            <a:t>Light users need engagement campaigns </a:t>
          </a:r>
          <a:r>
            <a:rPr lang="en-IN" sz="1100" kern="1200" dirty="0"/>
            <a:t>before monetization push.</a:t>
          </a:r>
        </a:p>
      </cdr:txBody>
    </cdr:sp>
  </cdr:relSizeAnchor>
</c:userShapes>
</file>

<file path=ppt/drawings/drawing2.xml><?xml version="1.0" encoding="utf-8"?>
<c:userShapes xmlns:c="http://schemas.openxmlformats.org/drawingml/2006/chart">
  <cdr:relSizeAnchor xmlns:cdr="http://schemas.openxmlformats.org/drawingml/2006/chartDrawing">
    <cdr:from>
      <cdr:x>0.38333</cdr:x>
      <cdr:y>0</cdr:y>
    </cdr:from>
    <cdr:to>
      <cdr:x>0.93542</cdr:x>
      <cdr:y>0.16138</cdr:y>
    </cdr:to>
    <cdr:sp macro="" textlink="">
      <cdr:nvSpPr>
        <cdr:cNvPr id="3" name="TextBox 2">
          <a:extLst xmlns:a="http://schemas.openxmlformats.org/drawingml/2006/main">
            <a:ext uri="{FF2B5EF4-FFF2-40B4-BE49-F238E27FC236}">
              <a16:creationId xmlns:a16="http://schemas.microsoft.com/office/drawing/2014/main" id="{129B09E3-BC97-2D6F-FEC6-774A00DF91CC}"/>
            </a:ext>
          </a:extLst>
        </cdr:cNvPr>
        <cdr:cNvSpPr txBox="1"/>
      </cdr:nvSpPr>
      <cdr:spPr>
        <a:xfrm xmlns:a="http://schemas.openxmlformats.org/drawingml/2006/main">
          <a:off x="1752600" y="0"/>
          <a:ext cx="2524125" cy="533401"/>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1100" kern="1200"/>
        </a:p>
      </cdr:txBody>
    </cdr:sp>
  </cdr:relSizeAnchor>
  <cdr:relSizeAnchor xmlns:cdr="http://schemas.openxmlformats.org/drawingml/2006/chartDrawing">
    <cdr:from>
      <cdr:x>0.20267</cdr:x>
      <cdr:y>0.81102</cdr:y>
    </cdr:from>
    <cdr:to>
      <cdr:x>0.89568</cdr:x>
      <cdr:y>0.95801</cdr:y>
    </cdr:to>
    <cdr:sp macro="" textlink="">
      <cdr:nvSpPr>
        <cdr:cNvPr id="4" name="TextBox 3">
          <a:extLst xmlns:a="http://schemas.openxmlformats.org/drawingml/2006/main">
            <a:ext uri="{FF2B5EF4-FFF2-40B4-BE49-F238E27FC236}">
              <a16:creationId xmlns:a16="http://schemas.microsoft.com/office/drawing/2014/main" id="{0C1CEEF2-730D-6E27-F9DC-6243D7E36545}"/>
            </a:ext>
          </a:extLst>
        </cdr:cNvPr>
        <cdr:cNvSpPr txBox="1"/>
      </cdr:nvSpPr>
      <cdr:spPr>
        <a:xfrm xmlns:a="http://schemas.openxmlformats.org/drawingml/2006/main">
          <a:off x="1519281" y="2943224"/>
          <a:ext cx="5194918" cy="533400"/>
        </a:xfrm>
        <a:prstGeom xmlns:a="http://schemas.openxmlformats.org/drawingml/2006/main" prst="rect">
          <a:avLst/>
        </a:prstGeom>
        <a:solidFill xmlns:a="http://schemas.openxmlformats.org/drawingml/2006/main">
          <a:schemeClr val="accent1">
            <a:lumMod val="20000"/>
            <a:lumOff val="80000"/>
          </a:schemeClr>
        </a:solidFill>
      </cdr:spPr>
      <cdr:txBody>
        <a:bodyPr xmlns:a="http://schemas.openxmlformats.org/drawingml/2006/main" vertOverflow="clip" wrap="square" rtlCol="0"/>
        <a:lstStyle xmlns:a="http://schemas.openxmlformats.org/drawingml/2006/main"/>
        <a:p xmlns:a="http://schemas.openxmlformats.org/drawingml/2006/main">
          <a:pPr lvl="0"/>
          <a:r>
            <a:rPr lang="en-IN" sz="1100">
              <a:effectLst/>
              <a:latin typeface="+mn-lt"/>
              <a:ea typeface="+mn-ea"/>
              <a:cs typeface="+mn-cs"/>
            </a:rPr>
            <a:t> The </a:t>
          </a:r>
          <a:r>
            <a:rPr lang="en-IN" sz="1100" b="1">
              <a:effectLst/>
              <a:latin typeface="+mn-lt"/>
              <a:ea typeface="+mn-ea"/>
              <a:cs typeface="+mn-cs"/>
            </a:rPr>
            <a:t>Urban</a:t>
          </a:r>
          <a:r>
            <a:rPr lang="en-IN" sz="1100">
              <a:effectLst/>
              <a:latin typeface="+mn-lt"/>
              <a:ea typeface="+mn-ea"/>
              <a:cs typeface="+mn-cs"/>
            </a:rPr>
            <a:t> sector is the largest contributor to revenue</a:t>
          </a:r>
          <a:r>
            <a:rPr lang="en-US" sz="1100" baseline="0">
              <a:effectLst/>
              <a:latin typeface="+mn-lt"/>
              <a:ea typeface="+mn-ea"/>
              <a:cs typeface="+mn-cs"/>
            </a:rPr>
            <a:t> &amp;</a:t>
          </a:r>
          <a:r>
            <a:rPr lang="en-IN" sz="1100">
              <a:effectLst/>
              <a:latin typeface="+mn-lt"/>
              <a:ea typeface="+mn-ea"/>
              <a:cs typeface="+mn-cs"/>
            </a:rPr>
            <a:t> </a:t>
          </a:r>
          <a:r>
            <a:rPr lang="en-IN" sz="1100" b="1">
              <a:effectLst/>
              <a:latin typeface="+mn-lt"/>
              <a:ea typeface="+mn-ea"/>
              <a:cs typeface="+mn-cs"/>
            </a:rPr>
            <a:t>Females</a:t>
          </a:r>
          <a:r>
            <a:rPr lang="en-IN" sz="1100">
              <a:effectLst/>
              <a:latin typeface="+mn-lt"/>
              <a:ea typeface="+mn-ea"/>
              <a:cs typeface="+mn-cs"/>
            </a:rPr>
            <a:t> lead the spending categories followed</a:t>
          </a:r>
          <a:r>
            <a:rPr lang="en-IN" sz="1100" baseline="0">
              <a:effectLst/>
              <a:latin typeface="+mn-lt"/>
              <a:ea typeface="+mn-ea"/>
              <a:cs typeface="+mn-cs"/>
            </a:rPr>
            <a:t> by men.</a:t>
          </a:r>
          <a:endParaRPr lang="en-US" sz="1100">
            <a:effectLst/>
            <a:latin typeface="+mn-lt"/>
            <a:ea typeface="+mn-ea"/>
            <a:cs typeface="+mn-cs"/>
          </a:endParaRPr>
        </a:p>
        <a:p xmlns:a="http://schemas.openxmlformats.org/drawingml/2006/main">
          <a:endParaRPr lang="en-US" sz="1100" kern="1200"/>
        </a:p>
      </cdr:txBody>
    </cdr:sp>
  </cdr:relSizeAnchor>
</c:userShapes>
</file>

<file path=ppt/drawings/drawing3.xml><?xml version="1.0" encoding="utf-8"?>
<c:userShapes xmlns:c="http://schemas.openxmlformats.org/drawingml/2006/chart">
  <cdr:relSizeAnchor xmlns:cdr="http://schemas.openxmlformats.org/drawingml/2006/chartDrawing">
    <cdr:from>
      <cdr:x>0.60543</cdr:x>
      <cdr:y>0.6141</cdr:y>
    </cdr:from>
    <cdr:to>
      <cdr:x>0.975</cdr:x>
      <cdr:y>0.94558</cdr:y>
    </cdr:to>
    <cdr:sp macro="" textlink="">
      <cdr:nvSpPr>
        <cdr:cNvPr id="2" name="TextBox 1">
          <a:extLst xmlns:a="http://schemas.openxmlformats.org/drawingml/2006/main">
            <a:ext uri="{FF2B5EF4-FFF2-40B4-BE49-F238E27FC236}">
              <a16:creationId xmlns:a16="http://schemas.microsoft.com/office/drawing/2014/main" id="{9C5AA249-F1C4-256E-7079-5CC83F44F623}"/>
            </a:ext>
          </a:extLst>
        </cdr:cNvPr>
        <cdr:cNvSpPr txBox="1"/>
      </cdr:nvSpPr>
      <cdr:spPr>
        <a:xfrm xmlns:a="http://schemas.openxmlformats.org/drawingml/2006/main">
          <a:off x="2768027" y="1860654"/>
          <a:ext cx="1689673" cy="1004341"/>
        </a:xfrm>
        <a:prstGeom xmlns:a="http://schemas.openxmlformats.org/drawingml/2006/main" prst="rect">
          <a:avLst/>
        </a:prstGeom>
        <a:solidFill xmlns:a="http://schemas.openxmlformats.org/drawingml/2006/main">
          <a:schemeClr val="accent5">
            <a:lumMod val="20000"/>
            <a:lumOff val="80000"/>
          </a:schemeClr>
        </a:solidFill>
      </cdr:spPr>
      <cdr:txBody>
        <a:bodyPr xmlns:a="http://schemas.openxmlformats.org/drawingml/2006/main" vertOverflow="clip" wrap="square" rtlCol="0"/>
        <a:lstStyle xmlns:a="http://schemas.openxmlformats.org/drawingml/2006/main"/>
        <a:p xmlns:a="http://schemas.openxmlformats.org/drawingml/2006/main">
          <a:r>
            <a:rPr lang="en-US" sz="1100" kern="1200" dirty="0"/>
            <a:t>Most</a:t>
          </a:r>
          <a:r>
            <a:rPr lang="en-US" sz="1100" kern="1200" baseline="0" dirty="0"/>
            <a:t> of the respondents have school level Qualification.</a:t>
          </a:r>
          <a:endParaRPr lang="en-US" sz="1100" kern="1200" dirty="0"/>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1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145AB0-117C-4975-84CE-646191639C55}" type="datetimeFigureOut">
              <a:rPr lang="en-US" smtClean="0"/>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DCB0A9E-ABD9-41C2-AA2B-10E945FF044F}" type="slidenum">
              <a:rPr lang="en-US" smtClean="0"/>
              <a:t>‹#›</a:t>
            </a:fld>
            <a:endParaRPr lang="en-US"/>
          </a:p>
        </p:txBody>
      </p:sp>
    </p:spTree>
    <p:extLst>
      <p:ext uri="{BB962C8B-B14F-4D97-AF65-F5344CB8AC3E}">
        <p14:creationId xmlns:p14="http://schemas.microsoft.com/office/powerpoint/2010/main" val="19088732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CB0A9E-ABD9-41C2-AA2B-10E945FF044F}" type="slidenum">
              <a:rPr lang="en-US" smtClean="0"/>
              <a:t>14</a:t>
            </a:fld>
            <a:endParaRPr lang="en-US"/>
          </a:p>
        </p:txBody>
      </p:sp>
    </p:spTree>
    <p:extLst>
      <p:ext uri="{BB962C8B-B14F-4D97-AF65-F5344CB8AC3E}">
        <p14:creationId xmlns:p14="http://schemas.microsoft.com/office/powerpoint/2010/main" val="296884289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7.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8.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1.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8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3.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12" name="Freeform 11"/>
          <p:cNvSpPr/>
          <p:nvPr/>
        </p:nvSpPr>
        <p:spPr>
          <a:xfrm>
            <a:off x="-15875" y="0"/>
            <a:ext cx="11683810" cy="6588125"/>
          </a:xfrm>
          <a:custGeom>
            <a:avLst/>
            <a:gdLst/>
            <a:ahLst/>
            <a:cxnLst/>
            <a:rect l="l" t="t" r="r" b="b"/>
            <a:pathLst>
              <a:path w="11683810" h="6588125">
                <a:moveTo>
                  <a:pt x="0" y="0"/>
                </a:moveTo>
                <a:lnTo>
                  <a:pt x="11318691" y="0"/>
                </a:lnTo>
                <a:lnTo>
                  <a:pt x="11683810" y="5976938"/>
                </a:lnTo>
                <a:lnTo>
                  <a:pt x="15875" y="6588125"/>
                </a:lnTo>
                <a:cubicBezTo>
                  <a:pt x="10583" y="4386792"/>
                  <a:pt x="5292" y="2185458"/>
                  <a:pt x="0" y="0"/>
                </a:cubicBezTo>
                <a:close/>
              </a:path>
            </a:pathLst>
          </a:custGeom>
          <a:ln>
            <a:noFill/>
          </a:ln>
          <a:effectLst>
            <a:outerShdw blurRad="101600" dist="152400" dir="4380000" algn="tl" rotWithShape="0">
              <a:srgbClr val="000000">
                <a:alpha val="43000"/>
              </a:srgbClr>
            </a:outerShdw>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0" y="4282257"/>
            <a:ext cx="11329257" cy="2028845"/>
          </a:xfrm>
          <a:custGeom>
            <a:avLst/>
            <a:gdLst/>
            <a:ahLst/>
            <a:cxnLst/>
            <a:rect l="l" t="t" r="r" b="b"/>
            <a:pathLst>
              <a:path w="11329257" h="2028845">
                <a:moveTo>
                  <a:pt x="0" y="588520"/>
                </a:moveTo>
                <a:lnTo>
                  <a:pt x="11244075" y="0"/>
                </a:lnTo>
                <a:lnTo>
                  <a:pt x="11329257" y="1424838"/>
                </a:lnTo>
                <a:lnTo>
                  <a:pt x="0" y="2028845"/>
                </a:lnTo>
                <a:lnTo>
                  <a:pt x="0" y="588520"/>
                </a:lnTo>
                <a:close/>
              </a:path>
            </a:pathLst>
          </a:cu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26" name="Freeform 25"/>
          <p:cNvSpPr/>
          <p:nvPr/>
        </p:nvSpPr>
        <p:spPr>
          <a:xfrm>
            <a:off x="0" y="0"/>
            <a:ext cx="8719579" cy="456877"/>
          </a:xfrm>
          <a:custGeom>
            <a:avLst/>
            <a:gdLst/>
            <a:ahLst/>
            <a:cxnLst/>
            <a:rect l="l" t="t" r="r" b="b"/>
            <a:pathLst>
              <a:path w="8719579" h="456877">
                <a:moveTo>
                  <a:pt x="0" y="0"/>
                </a:moveTo>
                <a:lnTo>
                  <a:pt x="8719579" y="0"/>
                </a:lnTo>
                <a:lnTo>
                  <a:pt x="0" y="456877"/>
                </a:lnTo>
                <a:lnTo>
                  <a:pt x="0" y="0"/>
                </a:lnTo>
                <a:close/>
              </a:path>
            </a:pathLst>
          </a:cu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rot="21420000">
            <a:off x="-161800" y="293317"/>
            <a:ext cx="11367116" cy="5751804"/>
          </a:xfrm>
          <a:custGeom>
            <a:avLst/>
            <a:gdLst/>
            <a:ahLst/>
            <a:cxnLst/>
            <a:rect l="l" t="t" r="r" b="b"/>
            <a:pathLst>
              <a:path w="11367116" h="5751804">
                <a:moveTo>
                  <a:pt x="11346705" y="0"/>
                </a:moveTo>
                <a:cubicBezTo>
                  <a:pt x="11353509" y="1915114"/>
                  <a:pt x="11360312" y="3830229"/>
                  <a:pt x="11367116" y="5745343"/>
                </a:cubicBezTo>
                <a:lnTo>
                  <a:pt x="0" y="5751804"/>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sp>
        <p:nvSpPr>
          <p:cNvPr id="2" name="Title 1"/>
          <p:cNvSpPr>
            <a:spLocks noGrp="1"/>
          </p:cNvSpPr>
          <p:nvPr>
            <p:ph type="ctrTitle"/>
          </p:nvPr>
        </p:nvSpPr>
        <p:spPr>
          <a:xfrm rot="21420000">
            <a:off x="891201" y="662656"/>
            <a:ext cx="9755187" cy="2766528"/>
          </a:xfrm>
        </p:spPr>
        <p:txBody>
          <a:bodyPr anchor="b">
            <a:normAutofit/>
          </a:bodyPr>
          <a:lstStyle>
            <a:lvl1pPr algn="r">
              <a:defRPr sz="8000"/>
            </a:lvl1pPr>
          </a:lstStyle>
          <a:p>
            <a:r>
              <a:rPr lang="en-US"/>
              <a:t>Click to edit Master title style</a:t>
            </a:r>
            <a:endParaRPr lang="en-US" dirty="0"/>
          </a:p>
        </p:txBody>
      </p:sp>
      <p:sp>
        <p:nvSpPr>
          <p:cNvPr id="3" name="Subtitle 2"/>
          <p:cNvSpPr>
            <a:spLocks noGrp="1"/>
          </p:cNvSpPr>
          <p:nvPr>
            <p:ph type="subTitle" idx="1"/>
          </p:nvPr>
        </p:nvSpPr>
        <p:spPr>
          <a:xfrm rot="21420000">
            <a:off x="983062" y="3505209"/>
            <a:ext cx="9755187" cy="550333"/>
          </a:xfrm>
        </p:spPr>
        <p:txBody>
          <a:bodyPr anchor="t">
            <a:noAutofit/>
          </a:bodyPr>
          <a:lstStyle>
            <a:lvl1pPr marL="0" indent="0" algn="r">
              <a:buNone/>
              <a:defRPr sz="28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rot="21420000">
            <a:off x="4948541" y="4578463"/>
            <a:ext cx="6143653" cy="1163112"/>
          </a:xfrm>
        </p:spPr>
        <p:txBody>
          <a:bodyPr/>
          <a:lstStyle>
            <a:lvl1pPr algn="ctr">
              <a:defRPr sz="5400">
                <a:solidFill>
                  <a:schemeClr val="accent1">
                    <a:lumMod val="50000"/>
                  </a:schemeClr>
                </a:solidFill>
              </a:defRPr>
            </a:lvl1pPr>
          </a:lstStyle>
          <a:p>
            <a:fld id="{30DFF9B5-AC92-40F1-8B49-E7CF66152BED}" type="datetimeFigureOut">
              <a:rPr lang="en-IN" smtClean="0"/>
              <a:t>21-10-2026</a:t>
            </a:fld>
            <a:endParaRPr lang="en-IN"/>
          </a:p>
        </p:txBody>
      </p:sp>
      <p:sp>
        <p:nvSpPr>
          <p:cNvPr id="5" name="Footer Placeholder 4"/>
          <p:cNvSpPr>
            <a:spLocks noGrp="1"/>
          </p:cNvSpPr>
          <p:nvPr>
            <p:ph type="ftr" sz="quarter" idx="11"/>
          </p:nvPr>
        </p:nvSpPr>
        <p:spPr>
          <a:xfrm rot="21420000">
            <a:off x="-5560" y="4883024"/>
            <a:ext cx="4047239" cy="1195538"/>
          </a:xfrm>
        </p:spPr>
        <p:txBody>
          <a:bodyPr vert="horz" lIns="91440" tIns="45720" rIns="91440" bIns="45720" rtlCol="0" anchor="ctr"/>
          <a:lstStyle>
            <a:lvl1pPr algn="r">
              <a:defRPr lang="en-US" sz="5400" dirty="0"/>
            </a:lvl1pPr>
          </a:lstStyle>
          <a:p>
            <a:endParaRPr lang="en-IN"/>
          </a:p>
        </p:txBody>
      </p:sp>
      <p:sp>
        <p:nvSpPr>
          <p:cNvPr id="6" name="Slide Number Placeholder 5"/>
          <p:cNvSpPr>
            <a:spLocks noGrp="1"/>
          </p:cNvSpPr>
          <p:nvPr>
            <p:ph type="sldNum" sz="quarter" idx="12"/>
          </p:nvPr>
        </p:nvSpPr>
        <p:spPr>
          <a:xfrm rot="21420000">
            <a:off x="9851758" y="3832648"/>
            <a:ext cx="907186" cy="498470"/>
          </a:xfrm>
        </p:spPr>
        <p:txBody>
          <a:bodyPr/>
          <a:lstStyle>
            <a:lvl1pPr>
              <a:defRPr sz="2400">
                <a:solidFill>
                  <a:schemeClr val="tx1">
                    <a:lumMod val="75000"/>
                    <a:lumOff val="25000"/>
                  </a:schemeClr>
                </a:solidFill>
              </a:defRPr>
            </a:lvl1pPr>
          </a:lstStyle>
          <a:p>
            <a:fld id="{C16E916D-8FA0-4D9E-9084-2E5986328A80}" type="slidenum">
              <a:rPr lang="en-IN" smtClean="0"/>
              <a:t>‹#›</a:t>
            </a:fld>
            <a:endParaRPr lang="en-IN"/>
          </a:p>
        </p:txBody>
      </p:sp>
      <p:sp>
        <p:nvSpPr>
          <p:cNvPr id="25" name="5-Point Star 24"/>
          <p:cNvSpPr/>
          <p:nvPr/>
        </p:nvSpPr>
        <p:spPr>
          <a:xfrm rot="21420000">
            <a:off x="4221385" y="5111356"/>
            <a:ext cx="515386" cy="515386"/>
          </a:xfrm>
          <a:prstGeom prst="star5">
            <a:avLst>
              <a:gd name="adj" fmla="val 26693"/>
              <a:gd name="hf" fmla="val 105146"/>
              <a:gd name="vf" fmla="val 110557"/>
            </a:avLst>
          </a:prstGeom>
          <a:solidFill>
            <a:schemeClr val="tx1">
              <a:alpha val="40000"/>
            </a:schemeClr>
          </a:solidFill>
          <a:ln>
            <a:noFill/>
          </a:ln>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4461063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685800" y="2063396"/>
            <a:ext cx="10394707" cy="33111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DFF9B5-AC92-40F1-8B49-E7CF66152BED}" type="datetimeFigureOut">
              <a:rPr lang="en-IN" smtClean="0"/>
              <a:t>21-10-2026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2620576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1" y="685800"/>
            <a:ext cx="10394707" cy="3193487"/>
          </a:xfrm>
        </p:spPr>
        <p:txBody>
          <a:bodyPr anchor="b">
            <a:normAutofit/>
          </a:bodyPr>
          <a:lstStyle>
            <a:lvl1pPr algn="l">
              <a:defRPr sz="5400"/>
            </a:lvl1pPr>
          </a:lstStyle>
          <a:p>
            <a:r>
              <a:rPr lang="en-US"/>
              <a:t>Click to edit Master title style</a:t>
            </a:r>
            <a:endParaRPr lang="en-US" dirty="0"/>
          </a:p>
        </p:txBody>
      </p:sp>
      <p:sp>
        <p:nvSpPr>
          <p:cNvPr id="3" name="Text Placeholder 2"/>
          <p:cNvSpPr>
            <a:spLocks noGrp="1"/>
          </p:cNvSpPr>
          <p:nvPr>
            <p:ph type="body" idx="1"/>
          </p:nvPr>
        </p:nvSpPr>
        <p:spPr>
          <a:xfrm>
            <a:off x="685801" y="3742267"/>
            <a:ext cx="10394707" cy="1639614"/>
          </a:xfrm>
        </p:spPr>
        <p:txBody>
          <a:bodyPr anchor="t">
            <a:normAutofit/>
          </a:bodyPr>
          <a:lstStyle>
            <a:lvl1pPr marL="0" indent="0" algn="l">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0DFF9B5-AC92-40F1-8B49-E7CF66152BED}" type="datetimeFigureOut">
              <a:rPr lang="en-IN" smtClean="0"/>
              <a:t>21-10-2026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946902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4" name="Title 1"/>
          <p:cNvSpPr>
            <a:spLocks noGrp="1"/>
          </p:cNvSpPr>
          <p:nvPr>
            <p:ph type="title"/>
          </p:nvPr>
        </p:nvSpPr>
        <p:spPr>
          <a:xfrm>
            <a:off x="685801" y="685800"/>
            <a:ext cx="10396882" cy="1158140"/>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685800" y="2063396"/>
            <a:ext cx="5088714" cy="3311189"/>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5993971" y="2063396"/>
            <a:ext cx="5086538" cy="3311189"/>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0DFF9B5-AC92-40F1-8B49-E7CF66152BED}" type="datetimeFigureOut">
              <a:rPr lang="en-IN" smtClean="0"/>
              <a:t>21-10-2026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9617632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4" name="Title 1"/>
          <p:cNvSpPr>
            <a:spLocks noGrp="1"/>
          </p:cNvSpPr>
          <p:nvPr>
            <p:ph type="title"/>
          </p:nvPr>
        </p:nvSpPr>
        <p:spPr>
          <a:xfrm>
            <a:off x="685801" y="685800"/>
            <a:ext cx="10394707" cy="115814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8356" y="2063396"/>
            <a:ext cx="4856158" cy="679994"/>
          </a:xfrm>
        </p:spPr>
        <p:txBody>
          <a:bodyPr anchor="b">
            <a:noAutofit/>
          </a:bodyPr>
          <a:lstStyle>
            <a:lvl1pPr marL="0" indent="0">
              <a:lnSpc>
                <a:spcPct val="90000"/>
              </a:lnSpc>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685802" y="2861733"/>
            <a:ext cx="5088712" cy="2512852"/>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8191" y="2063396"/>
            <a:ext cx="4864491" cy="679994"/>
          </a:xfrm>
        </p:spPr>
        <p:txBody>
          <a:bodyPr anchor="b">
            <a:noAutofit/>
          </a:bodyPr>
          <a:lstStyle>
            <a:lvl1pPr marL="0" indent="0">
              <a:lnSpc>
                <a:spcPct val="90000"/>
              </a:lnSpc>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5993969" y="2861733"/>
            <a:ext cx="5088713" cy="2512852"/>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0DFF9B5-AC92-40F1-8B49-E7CF66152BED}" type="datetimeFigureOut">
              <a:rPr lang="en-IN" smtClean="0"/>
              <a:t>21-10-2026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14884215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0DFF9B5-AC92-40F1-8B49-E7CF66152BED}" type="datetimeFigureOut">
              <a:rPr lang="en-IN" smtClean="0"/>
              <a:t>21-10-2026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28260263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0DFF9B5-AC92-40F1-8B49-E7CF66152BED}" type="datetimeFigureOut">
              <a:rPr lang="en-IN" smtClean="0"/>
              <a:t>21-10-2026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20588198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3643" y="685800"/>
            <a:ext cx="4126860" cy="2023252"/>
          </a:xfrm>
        </p:spPr>
        <p:txBody>
          <a:bodyPr anchor="b">
            <a:normAutofit/>
          </a:bodyPr>
          <a:lstStyle>
            <a:lvl1pPr algn="ctr">
              <a:defRPr sz="3600"/>
            </a:lvl1pPr>
          </a:lstStyle>
          <a:p>
            <a:r>
              <a:rPr lang="en-US"/>
              <a:t>Click to edit Master title style</a:t>
            </a:r>
            <a:endParaRPr lang="en-US" dirty="0"/>
          </a:p>
        </p:txBody>
      </p:sp>
      <p:sp>
        <p:nvSpPr>
          <p:cNvPr id="10" name="Content Placeholder 2"/>
          <p:cNvSpPr>
            <a:spLocks noGrp="1"/>
          </p:cNvSpPr>
          <p:nvPr>
            <p:ph sz="quarter" idx="13"/>
          </p:nvPr>
        </p:nvSpPr>
        <p:spPr>
          <a:xfrm>
            <a:off x="5046132" y="685800"/>
            <a:ext cx="6034375" cy="46887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93642" y="2709052"/>
            <a:ext cx="4126861" cy="2665533"/>
          </a:xfrm>
        </p:spPr>
        <p:txBody>
          <a:bodyPr anchor="t">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0DFF9B5-AC92-40F1-8B49-E7CF66152BED}" type="datetimeFigureOut">
              <a:rPr lang="en-IN" smtClean="0"/>
              <a:t>21-10-2026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9810213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685800"/>
            <a:ext cx="6345302" cy="2023252"/>
          </a:xfrm>
        </p:spPr>
        <p:txBody>
          <a:bodyPr anchor="b">
            <a:normAutofit/>
          </a:bodyPr>
          <a:lstStyle>
            <a:lvl1pPr algn="ct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82362" y="0"/>
            <a:ext cx="3598146" cy="5071533"/>
          </a:xfrm>
          <a:ln w="57150" cmpd="thinThick">
            <a:solidFill>
              <a:schemeClr val="bg1">
                <a:lumMod val="50000"/>
              </a:schemeClr>
            </a:solidFill>
            <a:miter lim="800000"/>
          </a:ln>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1" y="2709052"/>
            <a:ext cx="6345301" cy="2362481"/>
          </a:xfrm>
        </p:spPr>
        <p:txBody>
          <a:bodyPr anchor="t">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0DFF9B5-AC92-40F1-8B49-E7CF66152BED}" type="datetimeFigureOut">
              <a:rPr lang="en-IN" smtClean="0"/>
              <a:t>21-10-2026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35533414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4106333"/>
            <a:ext cx="10394708" cy="58884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5801" y="685799"/>
            <a:ext cx="10392513" cy="3194903"/>
          </a:xfrm>
          <a:ln w="57150" cmpd="thinThick">
            <a:solidFill>
              <a:schemeClr val="bg1">
                <a:lumMod val="50000"/>
              </a:schemeClr>
            </a:solidFill>
            <a:miter lim="800000"/>
          </a:ln>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780" y="4702923"/>
            <a:ext cx="10394728" cy="682472"/>
          </a:xfrm>
        </p:spPr>
        <p:txBody>
          <a:bodyPr anchor="t"/>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0DFF9B5-AC92-40F1-8B49-E7CF66152BED}" type="datetimeFigureOut">
              <a:rPr lang="en-IN" smtClean="0"/>
              <a:t>21-10-2026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33947909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1" y="685800"/>
            <a:ext cx="10396902" cy="3194903"/>
          </a:xfrm>
        </p:spPr>
        <p:txBody>
          <a:bodyPr anchor="ctr">
            <a:normAutofit/>
          </a:bodyPr>
          <a:lstStyle>
            <a:lvl1pPr algn="ctr">
              <a:defRPr sz="4800"/>
            </a:lvl1pPr>
          </a:lstStyle>
          <a:p>
            <a:r>
              <a:rPr lang="en-US"/>
              <a:t>Click to edit Master title style</a:t>
            </a:r>
            <a:endParaRPr lang="en-US" dirty="0"/>
          </a:p>
        </p:txBody>
      </p:sp>
      <p:sp>
        <p:nvSpPr>
          <p:cNvPr id="4" name="Text Placeholder 3"/>
          <p:cNvSpPr>
            <a:spLocks noGrp="1"/>
          </p:cNvSpPr>
          <p:nvPr>
            <p:ph type="body" sz="half" idx="2"/>
          </p:nvPr>
        </p:nvSpPr>
        <p:spPr>
          <a:xfrm>
            <a:off x="685779" y="4106333"/>
            <a:ext cx="10394729" cy="1273606"/>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0DFF9B5-AC92-40F1-8B49-E7CF66152BED}" type="datetimeFigureOut">
              <a:rPr lang="en-IN" smtClean="0"/>
              <a:t>21-10-2026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34288710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21732" y="685800"/>
            <a:ext cx="9525020" cy="2916704"/>
          </a:xfrm>
        </p:spPr>
        <p:txBody>
          <a:bodyPr anchor="ctr">
            <a:normAutofit/>
          </a:bodyPr>
          <a:lstStyle>
            <a:lvl1pPr algn="ctr">
              <a:defRPr sz="4800"/>
            </a:lvl1pPr>
          </a:lstStyle>
          <a:p>
            <a:r>
              <a:rPr lang="en-US"/>
              <a:t>Click to edit Master title style</a:t>
            </a:r>
            <a:endParaRPr lang="en-US" dirty="0"/>
          </a:p>
        </p:txBody>
      </p:sp>
      <p:sp>
        <p:nvSpPr>
          <p:cNvPr id="12" name="Text Placeholder 3"/>
          <p:cNvSpPr>
            <a:spLocks noGrp="1"/>
          </p:cNvSpPr>
          <p:nvPr>
            <p:ph type="body" sz="half" idx="13"/>
          </p:nvPr>
        </p:nvSpPr>
        <p:spPr>
          <a:xfrm>
            <a:off x="1550264" y="3610032"/>
            <a:ext cx="8667956" cy="377768"/>
          </a:xfrm>
        </p:spPr>
        <p:txBody>
          <a:bodyPr anchor="t">
            <a:normAutofit/>
          </a:bodyPr>
          <a:lstStyle>
            <a:lvl1pPr marL="0" indent="0" algn="r">
              <a:buNone/>
              <a:defRPr sz="1400">
                <a:solidFill>
                  <a:schemeClr val="tx1">
                    <a:lumMod val="50000"/>
                    <a:lumOff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5801" y="4106334"/>
            <a:ext cx="10396882" cy="1268252"/>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0DFF9B5-AC92-40F1-8B49-E7CF66152BED}" type="datetimeFigureOut">
              <a:rPr lang="en-IN" smtClean="0"/>
              <a:t>21-10-2026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16E916D-8FA0-4D9E-9084-2E5986328A80}" type="slidenum">
              <a:rPr lang="en-IN" smtClean="0"/>
              <a:t>‹#›</a:t>
            </a:fld>
            <a:endParaRPr lang="en-IN"/>
          </a:p>
        </p:txBody>
      </p:sp>
      <p:sp>
        <p:nvSpPr>
          <p:cNvPr id="13" name="TextBox 12"/>
          <p:cNvSpPr txBox="1"/>
          <p:nvPr/>
        </p:nvSpPr>
        <p:spPr>
          <a:xfrm>
            <a:off x="685801" y="89262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473083" y="292282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727578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5800" y="1723854"/>
            <a:ext cx="10394707" cy="2511835"/>
          </a:xfrm>
        </p:spPr>
        <p:txBody>
          <a:bodyPr anchor="b">
            <a:normAutofit/>
          </a:bodyPr>
          <a:lstStyle>
            <a:lvl1pPr algn="l">
              <a:defRPr sz="4800"/>
            </a:lvl1pPr>
          </a:lstStyle>
          <a:p>
            <a:r>
              <a:rPr lang="en-US"/>
              <a:t>Click to edit Master title style</a:t>
            </a:r>
            <a:endParaRPr lang="en-US" dirty="0"/>
          </a:p>
        </p:txBody>
      </p:sp>
      <p:sp>
        <p:nvSpPr>
          <p:cNvPr id="4" name="Text Placeholder 3"/>
          <p:cNvSpPr>
            <a:spLocks noGrp="1"/>
          </p:cNvSpPr>
          <p:nvPr>
            <p:ph type="body" sz="half" idx="2"/>
          </p:nvPr>
        </p:nvSpPr>
        <p:spPr>
          <a:xfrm>
            <a:off x="685800" y="4247468"/>
            <a:ext cx="10394707" cy="1140644"/>
          </a:xfrm>
        </p:spPr>
        <p:txBody>
          <a:bodyPr anchor="t">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0DFF9B5-AC92-40F1-8B49-E7CF66152BED}" type="datetimeFigureOut">
              <a:rPr lang="en-IN" smtClean="0"/>
              <a:t>21-10-2026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4576166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685802" y="685800"/>
            <a:ext cx="10394706" cy="1151965"/>
          </a:xfrm>
        </p:spPr>
        <p:txBody>
          <a:bodyPr/>
          <a:lstStyle>
            <a:lvl1pPr algn="ctr">
              <a:defRPr/>
            </a:lvl1pPr>
          </a:lstStyle>
          <a:p>
            <a:r>
              <a:rPr lang="en-US"/>
              <a:t>Click to edit Master title style</a:t>
            </a:r>
            <a:endParaRPr lang="en-US" dirty="0"/>
          </a:p>
        </p:txBody>
      </p:sp>
      <p:sp>
        <p:nvSpPr>
          <p:cNvPr id="7" name="Text Placeholder 2"/>
          <p:cNvSpPr>
            <a:spLocks noGrp="1"/>
          </p:cNvSpPr>
          <p:nvPr>
            <p:ph type="body" idx="1"/>
          </p:nvPr>
        </p:nvSpPr>
        <p:spPr>
          <a:xfrm>
            <a:off x="685802"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802"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234622"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234621"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770380"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770380"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0DFF9B5-AC92-40F1-8B49-E7CF66152BED}" type="datetimeFigureOut">
              <a:rPr lang="en-IN" smtClean="0"/>
              <a:t>21-10-2026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35406892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685801" y="685800"/>
            <a:ext cx="10396882" cy="1151965"/>
          </a:xfrm>
        </p:spPr>
        <p:txBody>
          <a:bodyPr/>
          <a:lstStyle>
            <a:lvl1pPr algn="ctr">
              <a:defRPr/>
            </a:lvl1pPr>
          </a:lstStyle>
          <a:p>
            <a:r>
              <a:rPr lang="en-US"/>
              <a:t>Click to edit Master title style</a:t>
            </a:r>
            <a:endParaRPr lang="en-US" dirty="0"/>
          </a:p>
        </p:txBody>
      </p:sp>
      <p:sp>
        <p:nvSpPr>
          <p:cNvPr id="19" name="Text Placeholder 2"/>
          <p:cNvSpPr>
            <a:spLocks noGrp="1"/>
          </p:cNvSpPr>
          <p:nvPr>
            <p:ph type="body" idx="1"/>
          </p:nvPr>
        </p:nvSpPr>
        <p:spPr>
          <a:xfrm>
            <a:off x="691840"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5780" y="2063395"/>
            <a:ext cx="3310128" cy="1536725"/>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91840" y="4389287"/>
            <a:ext cx="3310128" cy="98529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237410"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235999" y="2063395"/>
            <a:ext cx="3310128" cy="1535237"/>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235999" y="4389286"/>
            <a:ext cx="3310128" cy="98530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768944"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768819" y="2063394"/>
            <a:ext cx="3310128" cy="1537196"/>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768819" y="4389284"/>
            <a:ext cx="3310128" cy="985302"/>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0DFF9B5-AC92-40F1-8B49-E7CF66152BED}" type="datetimeFigureOut">
              <a:rPr lang="en-IN" smtClean="0"/>
              <a:t>21-10-2026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35089061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r">
              <a:defRPr/>
            </a:lvl1p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685800" y="2063396"/>
            <a:ext cx="10394707" cy="331119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DFF9B5-AC92-40F1-8B49-E7CF66152BED}" type="datetimeFigureOut">
              <a:rPr lang="en-IN" smtClean="0"/>
              <a:t>21-10-2026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26180265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15862" y="685800"/>
            <a:ext cx="2264646" cy="4688785"/>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685800" y="685800"/>
            <a:ext cx="7904431" cy="468878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DFF9B5-AC92-40F1-8B49-E7CF66152BED}" type="datetimeFigureOut">
              <a:rPr lang="en-IN" smtClean="0"/>
              <a:t>21-10-2026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105034110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DFF9B5-AC92-40F1-8B49-E7CF66152BED}" type="datetimeFigureOut">
              <a:rPr lang="en-IN" smtClean="0"/>
              <a:t>21-10-2026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9842492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0DFF9B5-AC92-40F1-8B49-E7CF66152BED}" type="datetimeFigureOut">
              <a:rPr lang="en-IN" smtClean="0"/>
              <a:t>21-10-2026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189051560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DFF9B5-AC92-40F1-8B49-E7CF66152BED}" type="datetimeFigureOut">
              <a:rPr lang="en-IN" smtClean="0"/>
              <a:t>21-10-2026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35772958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0DFF9B5-AC92-40F1-8B49-E7CF66152BED}" type="datetimeFigureOut">
              <a:rPr lang="en-IN" smtClean="0"/>
              <a:t>21-10-2026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267304210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0DFF9B5-AC92-40F1-8B49-E7CF66152BED}" type="datetimeFigureOut">
              <a:rPr lang="en-IN" smtClean="0"/>
              <a:t>21-10-2026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30018538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0DFF9B5-AC92-40F1-8B49-E7CF66152BED}" type="datetimeFigureOut">
              <a:rPr lang="en-IN" smtClean="0"/>
              <a:t>21-10-2026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140354760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0DFF9B5-AC92-40F1-8B49-E7CF66152BED}" type="datetimeFigureOut">
              <a:rPr lang="en-IN" smtClean="0"/>
              <a:t>21-10-2026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276441528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0DFF9B5-AC92-40F1-8B49-E7CF66152BED}" type="datetimeFigureOut">
              <a:rPr lang="en-IN" smtClean="0"/>
              <a:t>21-10-2026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56553392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0DFF9B5-AC92-40F1-8B49-E7CF66152BED}" type="datetimeFigureOut">
              <a:rPr lang="en-IN" smtClean="0"/>
              <a:t>21-10-2026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412566203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0DFF9B5-AC92-40F1-8B49-E7CF66152BED}" type="datetimeFigureOut">
              <a:rPr lang="en-IN" smtClean="0"/>
              <a:t>21-10-2026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363588184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0DFF9B5-AC92-40F1-8B49-E7CF66152BED}" type="datetimeFigureOut">
              <a:rPr lang="en-IN" smtClean="0"/>
              <a:t>21-10-2026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394738586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0DFF9B5-AC92-40F1-8B49-E7CF66152BED}" type="datetimeFigureOut">
              <a:rPr lang="en-IN" smtClean="0"/>
              <a:t>21-10-2026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16E916D-8FA0-4D9E-9084-2E5986328A80}"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08831376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0DFF9B5-AC92-40F1-8B49-E7CF66152BED}" type="datetimeFigureOut">
              <a:rPr lang="en-IN" smtClean="0"/>
              <a:t>21-10-2026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236116551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0DFF9B5-AC92-40F1-8B49-E7CF66152BED}" type="datetimeFigureOut">
              <a:rPr lang="en-IN" smtClean="0"/>
              <a:t>21-10-2026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16E916D-8FA0-4D9E-9084-2E5986328A80}"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14108634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0DFF9B5-AC92-40F1-8B49-E7CF66152BED}" type="datetimeFigureOut">
              <a:rPr lang="en-IN" smtClean="0"/>
              <a:t>21-10-2026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82062548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DFF9B5-AC92-40F1-8B49-E7CF66152BED}" type="datetimeFigureOut">
              <a:rPr lang="en-IN" smtClean="0"/>
              <a:t>21-10-2026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71486387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DFF9B5-AC92-40F1-8B49-E7CF66152BED}" type="datetimeFigureOut">
              <a:rPr lang="en-IN" smtClean="0"/>
              <a:t>21-10-2026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295782932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lumMod val="7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0DFF9B5-AC92-40F1-8B49-E7CF66152BED}" type="datetimeFigureOut">
              <a:rPr lang="en-IN" smtClean="0"/>
              <a:t>21-10-2026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248856089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DFF9B5-AC92-40F1-8B49-E7CF66152BED}" type="datetimeFigureOut">
              <a:rPr lang="en-IN" smtClean="0"/>
              <a:t>21-10-2026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348943531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0DFF9B5-AC92-40F1-8B49-E7CF66152BED}" type="datetimeFigureOut">
              <a:rPr lang="en-IN" smtClean="0"/>
              <a:t>21-10-2026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292952441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0DFF9B5-AC92-40F1-8B49-E7CF66152BED}" type="datetimeFigureOut">
              <a:rPr lang="en-IN" smtClean="0"/>
              <a:t>21-10-2026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318913901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0DFF9B5-AC92-40F1-8B49-E7CF66152BED}" type="datetimeFigureOut">
              <a:rPr lang="en-IN" smtClean="0"/>
              <a:t>21-10-2026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316065481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0DFF9B5-AC92-40F1-8B49-E7CF66152BED}" type="datetimeFigureOut">
              <a:rPr lang="en-IN" smtClean="0"/>
              <a:t>21-10-2026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225664040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0DFF9B5-AC92-40F1-8B49-E7CF66152BED}" type="datetimeFigureOut">
              <a:rPr lang="en-IN" smtClean="0"/>
              <a:t>21-10-2026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69278069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0DFF9B5-AC92-40F1-8B49-E7CF66152BED}" type="datetimeFigureOut">
              <a:rPr lang="en-IN" smtClean="0"/>
              <a:t>21-10-2026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40672203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0DFF9B5-AC92-40F1-8B49-E7CF66152BED}" type="datetimeFigureOut">
              <a:rPr lang="en-IN" smtClean="0"/>
              <a:t>21-10-2026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378829596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0DFF9B5-AC92-40F1-8B49-E7CF66152BED}" type="datetimeFigureOut">
              <a:rPr lang="en-IN" smtClean="0"/>
              <a:t>21-10-2026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186510982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0DFF9B5-AC92-40F1-8B49-E7CF66152BED}" type="datetimeFigureOut">
              <a:rPr lang="en-IN" smtClean="0"/>
              <a:t>21-10-2026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16E916D-8FA0-4D9E-9084-2E5986328A80}"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95922692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0DFF9B5-AC92-40F1-8B49-E7CF66152BED}" type="datetimeFigureOut">
              <a:rPr lang="en-IN" smtClean="0"/>
              <a:t>21-10-2026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176112710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0DFF9B5-AC92-40F1-8B49-E7CF66152BED}" type="datetimeFigureOut">
              <a:rPr lang="en-IN" smtClean="0"/>
              <a:t>21-10-2026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16E916D-8FA0-4D9E-9084-2E5986328A80}"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26084954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0DFF9B5-AC92-40F1-8B49-E7CF66152BED}" type="datetimeFigureOut">
              <a:rPr lang="en-IN" smtClean="0"/>
              <a:t>21-10-2026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338672468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DFF9B5-AC92-40F1-8B49-E7CF66152BED}" type="datetimeFigureOut">
              <a:rPr lang="en-IN" smtClean="0"/>
              <a:t>21-10-2026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295285903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DFF9B5-AC92-40F1-8B49-E7CF66152BED}" type="datetimeFigureOut">
              <a:rPr lang="en-IN" smtClean="0"/>
              <a:t>21-10-2026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145055682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0DFF9B5-AC92-40F1-8B49-E7CF66152BED}" type="datetimeFigureOut">
              <a:rPr lang="en-IN" smtClean="0"/>
              <a:t>21-10-2026</a:t>
            </a:fld>
            <a:endParaRPr lang="en-IN"/>
          </a:p>
        </p:txBody>
      </p:sp>
      <p:sp>
        <p:nvSpPr>
          <p:cNvPr id="5" name="Footer Placeholder 4"/>
          <p:cNvSpPr>
            <a:spLocks noGrp="1"/>
          </p:cNvSpPr>
          <p:nvPr>
            <p:ph type="ftr" sz="quarter" idx="11"/>
          </p:nvPr>
        </p:nvSpPr>
        <p:spPr>
          <a:xfrm>
            <a:off x="5332412" y="5883275"/>
            <a:ext cx="4324044" cy="365125"/>
          </a:xfrm>
        </p:spPr>
        <p:txBody>
          <a:bodyPr/>
          <a:lstStyle/>
          <a:p>
            <a:endParaRPr lang="en-IN"/>
          </a:p>
        </p:txBody>
      </p:sp>
      <p:sp>
        <p:nvSpPr>
          <p:cNvPr id="6" name="Slide Number Placeholder 5"/>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145324360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DFF9B5-AC92-40F1-8B49-E7CF66152BED}" type="datetimeFigureOut">
              <a:rPr lang="en-IN" smtClean="0"/>
              <a:t>21-10-2026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10951856" y="5867131"/>
            <a:ext cx="551167" cy="365125"/>
          </a:xfrm>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210194185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0DFF9B5-AC92-40F1-8B49-E7CF66152BED}" type="datetimeFigureOut">
              <a:rPr lang="en-IN" smtClean="0"/>
              <a:t>21-10-2026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329379363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0DFF9B5-AC92-40F1-8B49-E7CF66152BED}" type="datetimeFigureOut">
              <a:rPr lang="en-IN" smtClean="0"/>
              <a:t>21-10-2026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364772078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0DFF9B5-AC92-40F1-8B49-E7CF66152BED}" type="datetimeFigureOut">
              <a:rPr lang="en-IN" smtClean="0"/>
              <a:t>21-10-2026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68270875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0DFF9B5-AC92-40F1-8B49-E7CF66152BED}" type="datetimeFigureOut">
              <a:rPr lang="en-IN" smtClean="0"/>
              <a:t>21-10-2026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235528882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0DFF9B5-AC92-40F1-8B49-E7CF66152BED}" type="datetimeFigureOut">
              <a:rPr lang="en-IN" smtClean="0"/>
              <a:t>21-10-2026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56752304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0DFF9B5-AC92-40F1-8B49-E7CF66152BED}" type="datetimeFigureOut">
              <a:rPr lang="en-IN" smtClean="0"/>
              <a:t>21-10-2026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141827707"/>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0DFF9B5-AC92-40F1-8B49-E7CF66152BED}" type="datetimeFigureOut">
              <a:rPr lang="en-IN" smtClean="0"/>
              <a:t>21-10-2026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25689676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0DFF9B5-AC92-40F1-8B49-E7CF66152BED}" type="datetimeFigureOut">
              <a:rPr lang="en-IN" smtClean="0"/>
              <a:t>21-10-2026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78419873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0DFF9B5-AC92-40F1-8B49-E7CF66152BED}" type="datetimeFigureOut">
              <a:rPr lang="en-IN" smtClean="0"/>
              <a:t>21-10-2026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702310396"/>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0DFF9B5-AC92-40F1-8B49-E7CF66152BED}" type="datetimeFigureOut">
              <a:rPr lang="en-IN" smtClean="0"/>
              <a:t>21-10-2026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665839822"/>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0DFF9B5-AC92-40F1-8B49-E7CF66152BED}" type="datetimeFigureOut">
              <a:rPr lang="en-IN" smtClean="0"/>
              <a:t>21-10-2026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1023289164"/>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0DFF9B5-AC92-40F1-8B49-E7CF66152BED}" type="datetimeFigureOut">
              <a:rPr lang="en-IN" smtClean="0"/>
              <a:t>21-10-2026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118649814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0DFF9B5-AC92-40F1-8B49-E7CF66152BED}" type="datetimeFigureOut">
              <a:rPr lang="en-IN" smtClean="0"/>
              <a:t>21-10-2026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2318115239"/>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DFF9B5-AC92-40F1-8B49-E7CF66152BED}" type="datetimeFigureOut">
              <a:rPr lang="en-IN" smtClean="0"/>
              <a:t>21-10-2026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175895852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DFF9B5-AC92-40F1-8B49-E7CF66152BED}" type="datetimeFigureOut">
              <a:rPr lang="en-IN" smtClean="0"/>
              <a:t>21-10-2026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2489042993"/>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93105" y="802298"/>
            <a:ext cx="8561747"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93106" y="3531204"/>
            <a:ext cx="8561746"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0DFF9B5-AC92-40F1-8B49-E7CF66152BED}" type="datetimeFigureOut">
              <a:rPr lang="en-IN" smtClean="0"/>
              <a:t>21-10-2026</a:t>
            </a:fld>
            <a:endParaRPr lang="en-IN"/>
          </a:p>
        </p:txBody>
      </p:sp>
      <p:sp>
        <p:nvSpPr>
          <p:cNvPr id="5" name="Footer Placeholder 4"/>
          <p:cNvSpPr>
            <a:spLocks noGrp="1"/>
          </p:cNvSpPr>
          <p:nvPr>
            <p:ph type="ftr" sz="quarter" idx="11"/>
          </p:nvPr>
        </p:nvSpPr>
        <p:spPr>
          <a:xfrm>
            <a:off x="2493105" y="329307"/>
            <a:ext cx="4897310" cy="309201"/>
          </a:xfrm>
        </p:spPr>
        <p:txBody>
          <a:bodyPr/>
          <a:lstStyle/>
          <a:p>
            <a:endParaRPr lang="en-IN"/>
          </a:p>
        </p:txBody>
      </p:sp>
      <p:sp>
        <p:nvSpPr>
          <p:cNvPr id="6" name="Slide Number Placeholder 5"/>
          <p:cNvSpPr>
            <a:spLocks noGrp="1"/>
          </p:cNvSpPr>
          <p:nvPr>
            <p:ph type="sldNum" sz="quarter" idx="12"/>
          </p:nvPr>
        </p:nvSpPr>
        <p:spPr>
          <a:xfrm>
            <a:off x="1437664" y="798973"/>
            <a:ext cx="811019" cy="503578"/>
          </a:xfrm>
        </p:spPr>
        <p:txBody>
          <a:bodyPr/>
          <a:lstStyle/>
          <a:p>
            <a:fld id="{C16E916D-8FA0-4D9E-9084-2E5986328A80}" type="slidenum">
              <a:rPr lang="en-IN" smtClean="0"/>
              <a:t>‹#›</a:t>
            </a:fld>
            <a:endParaRPr lang="en-IN"/>
          </a:p>
        </p:txBody>
      </p:sp>
      <p:cxnSp>
        <p:nvCxnSpPr>
          <p:cNvPr id="8" name="Straight Connector 7"/>
          <p:cNvCxnSpPr/>
          <p:nvPr/>
        </p:nvCxnSpPr>
        <p:spPr>
          <a:xfrm>
            <a:off x="2334637" y="798973"/>
            <a:ext cx="0" cy="2544756"/>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51028537"/>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DFF9B5-AC92-40F1-8B49-E7CF66152BED}" type="datetimeFigureOut">
              <a:rPr lang="en-IN" smtClean="0"/>
              <a:t>21-10-2026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16E916D-8FA0-4D9E-9084-2E5986328A80}" type="slidenum">
              <a:rPr lang="en-IN" smtClean="0"/>
              <a:t>‹#›</a:t>
            </a:fld>
            <a:endParaRPr lang="en-IN"/>
          </a:p>
        </p:txBody>
      </p:sp>
      <p:cxnSp>
        <p:nvCxnSpPr>
          <p:cNvPr id="8" name="Straight Connector 7"/>
          <p:cNvCxnSpPr/>
          <p:nvPr/>
        </p:nvCxnSpPr>
        <p:spPr>
          <a:xfrm>
            <a:off x="1371687" y="798973"/>
            <a:ext cx="0" cy="1067168"/>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73191857"/>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534813" y="1756130"/>
            <a:ext cx="8562580"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534695" y="3806195"/>
            <a:ext cx="8549990"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0DFF9B5-AC92-40F1-8B49-E7CF66152BED}" type="datetimeFigureOut">
              <a:rPr lang="en-IN" smtClean="0"/>
              <a:t>21-10-2026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16E916D-8FA0-4D9E-9084-2E5986328A80}" type="slidenum">
              <a:rPr lang="en-IN" smtClean="0"/>
              <a:t>‹#›</a:t>
            </a:fld>
            <a:endParaRPr lang="en-IN"/>
          </a:p>
        </p:txBody>
      </p:sp>
      <p:cxnSp>
        <p:nvCxnSpPr>
          <p:cNvPr id="8" name="Straight Connector 7"/>
          <p:cNvCxnSpPr/>
          <p:nvPr/>
        </p:nvCxnSpPr>
        <p:spPr>
          <a:xfrm>
            <a:off x="1371687" y="798973"/>
            <a:ext cx="0" cy="2845107"/>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588723954"/>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534695" y="804889"/>
            <a:ext cx="9520157"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534695" y="2010878"/>
            <a:ext cx="4608576" cy="34381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54793" y="2017343"/>
            <a:ext cx="4604130"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0DFF9B5-AC92-40F1-8B49-E7CF66152BED}" type="datetimeFigureOut">
              <a:rPr lang="en-IN" smtClean="0"/>
              <a:t>21-10-2026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16E916D-8FA0-4D9E-9084-2E5986328A80}" type="slidenum">
              <a:rPr lang="en-IN" smtClean="0"/>
              <a:t>‹#›</a:t>
            </a:fld>
            <a:endParaRPr lang="en-IN"/>
          </a:p>
        </p:txBody>
      </p:sp>
      <p:cxnSp>
        <p:nvCxnSpPr>
          <p:cNvPr id="9" name="Straight Connector 8"/>
          <p:cNvCxnSpPr/>
          <p:nvPr/>
        </p:nvCxnSpPr>
        <p:spPr>
          <a:xfrm>
            <a:off x="1371687" y="798973"/>
            <a:ext cx="0" cy="1067168"/>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12716603"/>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534695" y="804163"/>
            <a:ext cx="9520157"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534695" y="2019549"/>
            <a:ext cx="4608576"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34695" y="2824269"/>
            <a:ext cx="4608576"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54791" y="2023003"/>
            <a:ext cx="4608576"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54792" y="2821491"/>
            <a:ext cx="4608576"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0DFF9B5-AC92-40F1-8B49-E7CF66152BED}" type="datetimeFigureOut">
              <a:rPr lang="en-IN" smtClean="0"/>
              <a:t>21-10-2026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16E916D-8FA0-4D9E-9084-2E5986328A80}" type="slidenum">
              <a:rPr lang="en-IN" smtClean="0"/>
              <a:t>‹#›</a:t>
            </a:fld>
            <a:endParaRPr lang="en-IN"/>
          </a:p>
        </p:txBody>
      </p:sp>
      <p:cxnSp>
        <p:nvCxnSpPr>
          <p:cNvPr id="11" name="Straight Connector 10"/>
          <p:cNvCxnSpPr/>
          <p:nvPr/>
        </p:nvCxnSpPr>
        <p:spPr>
          <a:xfrm>
            <a:off x="1371687" y="798973"/>
            <a:ext cx="0" cy="1067168"/>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59245380"/>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0DFF9B5-AC92-40F1-8B49-E7CF66152BED}" type="datetimeFigureOut">
              <a:rPr lang="en-IN" smtClean="0"/>
              <a:t>21-10-2026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16E916D-8FA0-4D9E-9084-2E5986328A80}" type="slidenum">
              <a:rPr lang="en-IN" smtClean="0"/>
              <a:t>‹#›</a:t>
            </a:fld>
            <a:endParaRPr lang="en-IN"/>
          </a:p>
        </p:txBody>
      </p:sp>
      <p:cxnSp>
        <p:nvCxnSpPr>
          <p:cNvPr id="7" name="Straight Connector 6"/>
          <p:cNvCxnSpPr/>
          <p:nvPr/>
        </p:nvCxnSpPr>
        <p:spPr>
          <a:xfrm>
            <a:off x="1371687" y="798973"/>
            <a:ext cx="0" cy="1067168"/>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603213576"/>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0DFF9B5-AC92-40F1-8B49-E7CF66152BED}" type="datetimeFigureOut">
              <a:rPr lang="en-IN" smtClean="0"/>
              <a:t>21-10-2026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1332812418"/>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34642" y="798973"/>
            <a:ext cx="3183128"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534695" y="3205491"/>
            <a:ext cx="3184989"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0DFF9B5-AC92-40F1-8B49-E7CF66152BED}" type="datetimeFigureOut">
              <a:rPr lang="en-IN" smtClean="0"/>
              <a:t>21-10-2026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16E916D-8FA0-4D9E-9084-2E5986328A80}" type="slidenum">
              <a:rPr lang="en-IN" smtClean="0"/>
              <a:t>‹#›</a:t>
            </a:fld>
            <a:endParaRPr lang="en-IN"/>
          </a:p>
        </p:txBody>
      </p:sp>
      <p:cxnSp>
        <p:nvCxnSpPr>
          <p:cNvPr id="9" name="Straight Connector 8"/>
          <p:cNvCxnSpPr/>
          <p:nvPr/>
        </p:nvCxnSpPr>
        <p:spPr>
          <a:xfrm>
            <a:off x="1371687" y="798973"/>
            <a:ext cx="0" cy="2247117"/>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343865998"/>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a:xfrm>
              <a:off x="7477387" y="482170"/>
              <a:ext cx="4074533" cy="5149101"/>
            </a:xfrm>
            <a:prstGeom prst="rect">
              <a:avLst/>
            </a:prstGeom>
            <a:gradFill>
              <a:gsLst>
                <a:gs pos="0">
                  <a:schemeClr val="bg2">
                    <a:lumMod val="10000"/>
                  </a:schemeClr>
                </a:gs>
                <a:gs pos="100000">
                  <a:schemeClr val="bg2">
                    <a:lumMod val="10000"/>
                  </a:schemeClr>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prstMaterial="matte">
              <a:bevelT w="133350" h="50800" prst="divot"/>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535694" y="1129513"/>
            <a:ext cx="5447840"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534695" y="3145992"/>
            <a:ext cx="5440037"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534695" y="5469856"/>
            <a:ext cx="5440038" cy="320123"/>
          </a:xfrm>
        </p:spPr>
        <p:txBody>
          <a:bodyPr/>
          <a:lstStyle>
            <a:lvl1pPr algn="l">
              <a:defRPr/>
            </a:lvl1pPr>
          </a:lstStyle>
          <a:p>
            <a:fld id="{30DFF9B5-AC92-40F1-8B49-E7CF66152BED}" type="datetimeFigureOut">
              <a:rPr lang="en-IN" smtClean="0"/>
              <a:t>21-10-2026</a:t>
            </a:fld>
            <a:endParaRPr lang="en-IN"/>
          </a:p>
        </p:txBody>
      </p:sp>
      <p:sp>
        <p:nvSpPr>
          <p:cNvPr id="6" name="Footer Placeholder 5"/>
          <p:cNvSpPr>
            <a:spLocks noGrp="1"/>
          </p:cNvSpPr>
          <p:nvPr>
            <p:ph type="ftr" sz="quarter" idx="11"/>
          </p:nvPr>
        </p:nvSpPr>
        <p:spPr>
          <a:xfrm>
            <a:off x="1534910" y="318640"/>
            <a:ext cx="5453475" cy="320931"/>
          </a:xfrm>
        </p:spPr>
        <p:txBody>
          <a:bodyPr/>
          <a:lstStyle/>
          <a:p>
            <a:endParaRPr lang="en-IN"/>
          </a:p>
        </p:txBody>
      </p:sp>
      <p:sp>
        <p:nvSpPr>
          <p:cNvPr id="7" name="Slide Number Placeholder 6"/>
          <p:cNvSpPr>
            <a:spLocks noGrp="1"/>
          </p:cNvSpPr>
          <p:nvPr>
            <p:ph type="sldNum" sz="quarter" idx="12"/>
          </p:nvPr>
        </p:nvSpPr>
        <p:spPr/>
        <p:txBody>
          <a:bodyPr/>
          <a:lstStyle/>
          <a:p>
            <a:fld id="{C16E916D-8FA0-4D9E-9084-2E5986328A80}" type="slidenum">
              <a:rPr lang="en-IN" smtClean="0"/>
              <a:t>‹#›</a:t>
            </a:fld>
            <a:endParaRPr lang="en-IN"/>
          </a:p>
        </p:txBody>
      </p:sp>
      <p:cxnSp>
        <p:nvCxnSpPr>
          <p:cNvPr id="14" name="Straight Connector 13"/>
          <p:cNvCxnSpPr/>
          <p:nvPr/>
        </p:nvCxnSpPr>
        <p:spPr>
          <a:xfrm>
            <a:off x="1371687" y="798973"/>
            <a:ext cx="0" cy="2161124"/>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29948897"/>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DFF9B5-AC92-40F1-8B49-E7CF66152BED}" type="datetimeFigureOut">
              <a:rPr lang="en-IN" smtClean="0"/>
              <a:t>21-10-2026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16E916D-8FA0-4D9E-9084-2E5986328A80}" type="slidenum">
              <a:rPr lang="en-IN" smtClean="0"/>
              <a:t>‹#›</a:t>
            </a:fld>
            <a:endParaRPr lang="en-IN"/>
          </a:p>
        </p:txBody>
      </p:sp>
      <p:cxnSp>
        <p:nvCxnSpPr>
          <p:cNvPr id="8" name="Straight Connector 7"/>
          <p:cNvCxnSpPr/>
          <p:nvPr/>
        </p:nvCxnSpPr>
        <p:spPr>
          <a:xfrm>
            <a:off x="1371687" y="798973"/>
            <a:ext cx="0" cy="1067168"/>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76736472"/>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883863"/>
            <a:ext cx="1615742" cy="457499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534694" y="883863"/>
            <a:ext cx="7738807" cy="45749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DFF9B5-AC92-40F1-8B49-E7CF66152BED}" type="datetimeFigureOut">
              <a:rPr lang="en-IN" smtClean="0"/>
              <a:t>21-10-2026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16E916D-8FA0-4D9E-9084-2E5986328A80}" type="slidenum">
              <a:rPr lang="en-IN" smtClean="0"/>
              <a:t>‹#›</a:t>
            </a:fld>
            <a:endParaRPr lang="en-IN"/>
          </a:p>
        </p:txBody>
      </p:sp>
      <p:cxnSp>
        <p:nvCxnSpPr>
          <p:cNvPr id="8" name="Straight Connector 7"/>
          <p:cNvCxnSpPr/>
          <p:nvPr/>
        </p:nvCxnSpPr>
        <p:spPr>
          <a:xfrm flipH="1">
            <a:off x="9439111" y="719272"/>
            <a:ext cx="1615742" cy="0"/>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298477006"/>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30DFF9B5-AC92-40F1-8B49-E7CF66152BED}" type="datetimeFigureOut">
              <a:rPr lang="en-IN" smtClean="0"/>
              <a:t>21-10-2026</a:t>
            </a:fld>
            <a:endParaRPr lang="en-IN"/>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IN"/>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C16E916D-8FA0-4D9E-9084-2E5986328A80}" type="slidenum">
              <a:rPr lang="en-IN" smtClean="0"/>
              <a:t>‹#›</a:t>
            </a:fld>
            <a:endParaRPr lang="en-IN"/>
          </a:p>
        </p:txBody>
      </p:sp>
    </p:spTree>
    <p:extLst>
      <p:ext uri="{BB962C8B-B14F-4D97-AF65-F5344CB8AC3E}">
        <p14:creationId xmlns:p14="http://schemas.microsoft.com/office/powerpoint/2010/main" val="1725150869"/>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DFF9B5-AC92-40F1-8B49-E7CF66152BED}" type="datetimeFigureOut">
              <a:rPr lang="en-IN" smtClean="0"/>
              <a:t>21-10-2026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10558300" y="5956137"/>
            <a:ext cx="1052508" cy="365125"/>
          </a:xfrm>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2722183477"/>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30DFF9B5-AC92-40F1-8B49-E7CF66152BED}" type="datetimeFigureOut">
              <a:rPr lang="en-IN" smtClean="0"/>
              <a:t>21-10-2026</a:t>
            </a:fld>
            <a:endParaRPr lang="en-IN"/>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IN"/>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C16E916D-8FA0-4D9E-9084-2E5986328A80}" type="slidenum">
              <a:rPr lang="en-IN" smtClean="0"/>
              <a:t>‹#›</a:t>
            </a:fld>
            <a:endParaRPr lang="en-IN"/>
          </a:p>
        </p:txBody>
      </p:sp>
    </p:spTree>
    <p:extLst>
      <p:ext uri="{BB962C8B-B14F-4D97-AF65-F5344CB8AC3E}">
        <p14:creationId xmlns:p14="http://schemas.microsoft.com/office/powerpoint/2010/main" val="2239657230"/>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0DFF9B5-AC92-40F1-8B49-E7CF66152BED}" type="datetimeFigureOut">
              <a:rPr lang="en-IN" smtClean="0"/>
              <a:t>21-10-2026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50072947"/>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0DFF9B5-AC92-40F1-8B49-E7CF66152BED}" type="datetimeFigureOut">
              <a:rPr lang="en-IN" smtClean="0"/>
              <a:t>21-10-2026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1612774117"/>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0DFF9B5-AC92-40F1-8B49-E7CF66152BED}" type="datetimeFigureOut">
              <a:rPr lang="en-IN" smtClean="0"/>
              <a:t>21-10-2026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4038808629"/>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0DFF9B5-AC92-40F1-8B49-E7CF66152BED}" type="datetimeFigureOut">
              <a:rPr lang="en-IN" smtClean="0"/>
              <a:t>21-10-2026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922660734"/>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30DFF9B5-AC92-40F1-8B49-E7CF66152BED}" type="datetimeFigureOut">
              <a:rPr lang="en-IN" smtClean="0"/>
              <a:t>21-10-2026</a:t>
            </a:fld>
            <a:endParaRPr lang="en-IN"/>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C16E916D-8FA0-4D9E-9084-2E5986328A80}" type="slidenum">
              <a:rPr lang="en-IN" smtClean="0"/>
              <a:t>‹#›</a:t>
            </a:fld>
            <a:endParaRPr lang="en-IN"/>
          </a:p>
        </p:txBody>
      </p:sp>
    </p:spTree>
    <p:extLst>
      <p:ext uri="{BB962C8B-B14F-4D97-AF65-F5344CB8AC3E}">
        <p14:creationId xmlns:p14="http://schemas.microsoft.com/office/powerpoint/2010/main" val="2499579366"/>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0DFF9B5-AC92-40F1-8B49-E7CF66152BED}" type="datetimeFigureOut">
              <a:rPr lang="en-IN" smtClean="0"/>
              <a:t>21-10-2026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2064705123"/>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DFF9B5-AC92-40F1-8B49-E7CF66152BED}" type="datetimeFigureOut">
              <a:rPr lang="en-IN" smtClean="0"/>
              <a:t>21-10-2026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15114669"/>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30DFF9B5-AC92-40F1-8B49-E7CF66152BED}" type="datetimeFigureOut">
              <a:rPr lang="en-IN" smtClean="0"/>
              <a:t>21-10-2026</a:t>
            </a:fld>
            <a:endParaRPr lang="en-IN"/>
          </a:p>
        </p:txBody>
      </p:sp>
      <p:sp>
        <p:nvSpPr>
          <p:cNvPr id="5" name="Footer Placeholder 4"/>
          <p:cNvSpPr>
            <a:spLocks noGrp="1"/>
          </p:cNvSpPr>
          <p:nvPr>
            <p:ph type="ftr" sz="quarter" idx="11"/>
          </p:nvPr>
        </p:nvSpPr>
        <p:spPr>
          <a:xfrm>
            <a:off x="774923" y="5951811"/>
            <a:ext cx="7896279" cy="365125"/>
          </a:xfrm>
        </p:spPr>
        <p:txBody>
          <a:bodyPr/>
          <a:lstStyle/>
          <a:p>
            <a:endParaRPr lang="en-IN"/>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C16E916D-8FA0-4D9E-9084-2E5986328A80}" type="slidenum">
              <a:rPr lang="en-IN" smtClean="0"/>
              <a:t>‹#›</a:t>
            </a:fld>
            <a:endParaRPr lang="en-IN"/>
          </a:p>
        </p:txBody>
      </p:sp>
    </p:spTree>
    <p:extLst>
      <p:ext uri="{BB962C8B-B14F-4D97-AF65-F5344CB8AC3E}">
        <p14:creationId xmlns:p14="http://schemas.microsoft.com/office/powerpoint/2010/main" val="2618383873"/>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12" name="Freeform 11"/>
          <p:cNvSpPr/>
          <p:nvPr/>
        </p:nvSpPr>
        <p:spPr>
          <a:xfrm>
            <a:off x="-15875" y="0"/>
            <a:ext cx="11683810" cy="6588125"/>
          </a:xfrm>
          <a:custGeom>
            <a:avLst/>
            <a:gdLst/>
            <a:ahLst/>
            <a:cxnLst/>
            <a:rect l="l" t="t" r="r" b="b"/>
            <a:pathLst>
              <a:path w="11683810" h="6588125">
                <a:moveTo>
                  <a:pt x="0" y="0"/>
                </a:moveTo>
                <a:lnTo>
                  <a:pt x="11318691" y="0"/>
                </a:lnTo>
                <a:lnTo>
                  <a:pt x="11683810" y="5976938"/>
                </a:lnTo>
                <a:lnTo>
                  <a:pt x="15875" y="6588125"/>
                </a:lnTo>
                <a:cubicBezTo>
                  <a:pt x="10583" y="4386792"/>
                  <a:pt x="5292" y="2185458"/>
                  <a:pt x="0" y="0"/>
                </a:cubicBezTo>
                <a:close/>
              </a:path>
            </a:pathLst>
          </a:custGeom>
          <a:ln>
            <a:noFill/>
          </a:ln>
          <a:effectLst>
            <a:outerShdw blurRad="101600" dist="152400" dir="4380000" algn="tl" rotWithShape="0">
              <a:srgbClr val="000000">
                <a:alpha val="43000"/>
              </a:srgbClr>
            </a:outerShdw>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0" y="4282257"/>
            <a:ext cx="11329257" cy="2028845"/>
          </a:xfrm>
          <a:custGeom>
            <a:avLst/>
            <a:gdLst/>
            <a:ahLst/>
            <a:cxnLst/>
            <a:rect l="l" t="t" r="r" b="b"/>
            <a:pathLst>
              <a:path w="11329257" h="2028845">
                <a:moveTo>
                  <a:pt x="0" y="588520"/>
                </a:moveTo>
                <a:lnTo>
                  <a:pt x="11244075" y="0"/>
                </a:lnTo>
                <a:lnTo>
                  <a:pt x="11329257" y="1424838"/>
                </a:lnTo>
                <a:lnTo>
                  <a:pt x="0" y="2028845"/>
                </a:lnTo>
                <a:lnTo>
                  <a:pt x="0" y="588520"/>
                </a:lnTo>
                <a:close/>
              </a:path>
            </a:pathLst>
          </a:cu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26" name="Freeform 25"/>
          <p:cNvSpPr/>
          <p:nvPr/>
        </p:nvSpPr>
        <p:spPr>
          <a:xfrm>
            <a:off x="0" y="0"/>
            <a:ext cx="8719579" cy="456877"/>
          </a:xfrm>
          <a:custGeom>
            <a:avLst/>
            <a:gdLst/>
            <a:ahLst/>
            <a:cxnLst/>
            <a:rect l="l" t="t" r="r" b="b"/>
            <a:pathLst>
              <a:path w="8719579" h="456877">
                <a:moveTo>
                  <a:pt x="0" y="0"/>
                </a:moveTo>
                <a:lnTo>
                  <a:pt x="8719579" y="0"/>
                </a:lnTo>
                <a:lnTo>
                  <a:pt x="0" y="456877"/>
                </a:lnTo>
                <a:lnTo>
                  <a:pt x="0" y="0"/>
                </a:lnTo>
                <a:close/>
              </a:path>
            </a:pathLst>
          </a:cu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rot="21420000">
            <a:off x="-161800" y="293317"/>
            <a:ext cx="11367116" cy="5751804"/>
          </a:xfrm>
          <a:custGeom>
            <a:avLst/>
            <a:gdLst/>
            <a:ahLst/>
            <a:cxnLst/>
            <a:rect l="l" t="t" r="r" b="b"/>
            <a:pathLst>
              <a:path w="11367116" h="5751804">
                <a:moveTo>
                  <a:pt x="11346705" y="0"/>
                </a:moveTo>
                <a:cubicBezTo>
                  <a:pt x="11353509" y="1915114"/>
                  <a:pt x="11360312" y="3830229"/>
                  <a:pt x="11367116" y="5745343"/>
                </a:cubicBezTo>
                <a:lnTo>
                  <a:pt x="0" y="5751804"/>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sp>
        <p:nvSpPr>
          <p:cNvPr id="2" name="Title 1"/>
          <p:cNvSpPr>
            <a:spLocks noGrp="1"/>
          </p:cNvSpPr>
          <p:nvPr>
            <p:ph type="ctrTitle"/>
          </p:nvPr>
        </p:nvSpPr>
        <p:spPr>
          <a:xfrm rot="21420000">
            <a:off x="891201" y="662656"/>
            <a:ext cx="9755187" cy="2766528"/>
          </a:xfrm>
        </p:spPr>
        <p:txBody>
          <a:bodyPr anchor="b">
            <a:normAutofit/>
          </a:bodyPr>
          <a:lstStyle>
            <a:lvl1pPr algn="r">
              <a:defRPr sz="8000"/>
            </a:lvl1pPr>
          </a:lstStyle>
          <a:p>
            <a:r>
              <a:rPr lang="en-US"/>
              <a:t>Click to edit Master title style</a:t>
            </a:r>
            <a:endParaRPr lang="en-US" dirty="0"/>
          </a:p>
        </p:txBody>
      </p:sp>
      <p:sp>
        <p:nvSpPr>
          <p:cNvPr id="3" name="Subtitle 2"/>
          <p:cNvSpPr>
            <a:spLocks noGrp="1"/>
          </p:cNvSpPr>
          <p:nvPr>
            <p:ph type="subTitle" idx="1"/>
          </p:nvPr>
        </p:nvSpPr>
        <p:spPr>
          <a:xfrm rot="21420000">
            <a:off x="983062" y="3505209"/>
            <a:ext cx="9755187" cy="550333"/>
          </a:xfrm>
        </p:spPr>
        <p:txBody>
          <a:bodyPr anchor="t">
            <a:noAutofit/>
          </a:bodyPr>
          <a:lstStyle>
            <a:lvl1pPr marL="0" indent="0" algn="r">
              <a:buNone/>
              <a:defRPr sz="28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rot="21420000">
            <a:off x="4948541" y="4578463"/>
            <a:ext cx="6143653" cy="1163112"/>
          </a:xfrm>
        </p:spPr>
        <p:txBody>
          <a:bodyPr/>
          <a:lstStyle>
            <a:lvl1pPr algn="ctr">
              <a:defRPr sz="5400">
                <a:solidFill>
                  <a:schemeClr val="accent1">
                    <a:lumMod val="50000"/>
                  </a:schemeClr>
                </a:solidFill>
              </a:defRPr>
            </a:lvl1pPr>
          </a:lstStyle>
          <a:p>
            <a:fld id="{30DFF9B5-AC92-40F1-8B49-E7CF66152BED}" type="datetimeFigureOut">
              <a:rPr lang="en-IN" smtClean="0"/>
              <a:t>21-10-2026</a:t>
            </a:fld>
            <a:endParaRPr lang="en-IN"/>
          </a:p>
        </p:txBody>
      </p:sp>
      <p:sp>
        <p:nvSpPr>
          <p:cNvPr id="5" name="Footer Placeholder 4"/>
          <p:cNvSpPr>
            <a:spLocks noGrp="1"/>
          </p:cNvSpPr>
          <p:nvPr>
            <p:ph type="ftr" sz="quarter" idx="11"/>
          </p:nvPr>
        </p:nvSpPr>
        <p:spPr>
          <a:xfrm rot="21420000">
            <a:off x="-5560" y="4883024"/>
            <a:ext cx="4047239" cy="1195538"/>
          </a:xfrm>
        </p:spPr>
        <p:txBody>
          <a:bodyPr vert="horz" lIns="91440" tIns="45720" rIns="91440" bIns="45720" rtlCol="0" anchor="ctr"/>
          <a:lstStyle>
            <a:lvl1pPr algn="r">
              <a:defRPr lang="en-US" sz="5400" dirty="0"/>
            </a:lvl1pPr>
          </a:lstStyle>
          <a:p>
            <a:endParaRPr lang="en-IN"/>
          </a:p>
        </p:txBody>
      </p:sp>
      <p:sp>
        <p:nvSpPr>
          <p:cNvPr id="6" name="Slide Number Placeholder 5"/>
          <p:cNvSpPr>
            <a:spLocks noGrp="1"/>
          </p:cNvSpPr>
          <p:nvPr>
            <p:ph type="sldNum" sz="quarter" idx="12"/>
          </p:nvPr>
        </p:nvSpPr>
        <p:spPr>
          <a:xfrm rot="21420000">
            <a:off x="9851758" y="3832648"/>
            <a:ext cx="907186" cy="498470"/>
          </a:xfrm>
        </p:spPr>
        <p:txBody>
          <a:bodyPr/>
          <a:lstStyle>
            <a:lvl1pPr>
              <a:defRPr sz="2400">
                <a:solidFill>
                  <a:schemeClr val="tx1">
                    <a:lumMod val="75000"/>
                    <a:lumOff val="25000"/>
                  </a:schemeClr>
                </a:solidFill>
              </a:defRPr>
            </a:lvl1pPr>
          </a:lstStyle>
          <a:p>
            <a:fld id="{C16E916D-8FA0-4D9E-9084-2E5986328A80}" type="slidenum">
              <a:rPr lang="en-IN" smtClean="0"/>
              <a:t>‹#›</a:t>
            </a:fld>
            <a:endParaRPr lang="en-IN"/>
          </a:p>
        </p:txBody>
      </p:sp>
      <p:sp>
        <p:nvSpPr>
          <p:cNvPr id="25" name="5-Point Star 24"/>
          <p:cNvSpPr/>
          <p:nvPr/>
        </p:nvSpPr>
        <p:spPr>
          <a:xfrm rot="21420000">
            <a:off x="4221385" y="5111356"/>
            <a:ext cx="515386" cy="515386"/>
          </a:xfrm>
          <a:prstGeom prst="star5">
            <a:avLst>
              <a:gd name="adj" fmla="val 26693"/>
              <a:gd name="hf" fmla="val 105146"/>
              <a:gd name="vf" fmla="val 110557"/>
            </a:avLst>
          </a:prstGeom>
          <a:solidFill>
            <a:schemeClr val="tx1">
              <a:alpha val="40000"/>
            </a:schemeClr>
          </a:solidFill>
          <a:ln>
            <a:noFill/>
          </a:ln>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040140847"/>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685800" y="2063396"/>
            <a:ext cx="10394707" cy="33111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DFF9B5-AC92-40F1-8B49-E7CF66152BED}" type="datetimeFigureOut">
              <a:rPr lang="en-IN" smtClean="0"/>
              <a:t>21-10-2026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607719443"/>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1" y="685800"/>
            <a:ext cx="10394707" cy="3193487"/>
          </a:xfrm>
        </p:spPr>
        <p:txBody>
          <a:bodyPr anchor="b">
            <a:normAutofit/>
          </a:bodyPr>
          <a:lstStyle>
            <a:lvl1pPr algn="l">
              <a:defRPr sz="5400"/>
            </a:lvl1pPr>
          </a:lstStyle>
          <a:p>
            <a:r>
              <a:rPr lang="en-US"/>
              <a:t>Click to edit Master title style</a:t>
            </a:r>
            <a:endParaRPr lang="en-US" dirty="0"/>
          </a:p>
        </p:txBody>
      </p:sp>
      <p:sp>
        <p:nvSpPr>
          <p:cNvPr id="3" name="Text Placeholder 2"/>
          <p:cNvSpPr>
            <a:spLocks noGrp="1"/>
          </p:cNvSpPr>
          <p:nvPr>
            <p:ph type="body" idx="1"/>
          </p:nvPr>
        </p:nvSpPr>
        <p:spPr>
          <a:xfrm>
            <a:off x="685801" y="3742267"/>
            <a:ext cx="10394707" cy="1639614"/>
          </a:xfrm>
        </p:spPr>
        <p:txBody>
          <a:bodyPr anchor="t">
            <a:normAutofit/>
          </a:bodyPr>
          <a:lstStyle>
            <a:lvl1pPr marL="0" indent="0" algn="l">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0DFF9B5-AC92-40F1-8B49-E7CF66152BED}" type="datetimeFigureOut">
              <a:rPr lang="en-IN" smtClean="0"/>
              <a:t>21-10-2026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4044220160"/>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4" name="Title 1"/>
          <p:cNvSpPr>
            <a:spLocks noGrp="1"/>
          </p:cNvSpPr>
          <p:nvPr>
            <p:ph type="title"/>
          </p:nvPr>
        </p:nvSpPr>
        <p:spPr>
          <a:xfrm>
            <a:off x="685801" y="685800"/>
            <a:ext cx="10396882" cy="1158140"/>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685800" y="2063396"/>
            <a:ext cx="5088714" cy="3311189"/>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5993971" y="2063396"/>
            <a:ext cx="5086538" cy="3311189"/>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0DFF9B5-AC92-40F1-8B49-E7CF66152BED}" type="datetimeFigureOut">
              <a:rPr lang="en-IN" smtClean="0"/>
              <a:t>21-10-2026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2015212541"/>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4" name="Title 1"/>
          <p:cNvSpPr>
            <a:spLocks noGrp="1"/>
          </p:cNvSpPr>
          <p:nvPr>
            <p:ph type="title"/>
          </p:nvPr>
        </p:nvSpPr>
        <p:spPr>
          <a:xfrm>
            <a:off x="685801" y="685800"/>
            <a:ext cx="10394707" cy="115814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8356" y="2063396"/>
            <a:ext cx="4856158" cy="679994"/>
          </a:xfrm>
        </p:spPr>
        <p:txBody>
          <a:bodyPr anchor="b">
            <a:noAutofit/>
          </a:bodyPr>
          <a:lstStyle>
            <a:lvl1pPr marL="0" indent="0">
              <a:lnSpc>
                <a:spcPct val="90000"/>
              </a:lnSpc>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685802" y="2861733"/>
            <a:ext cx="5088712" cy="2512852"/>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8191" y="2063396"/>
            <a:ext cx="4864491" cy="679994"/>
          </a:xfrm>
        </p:spPr>
        <p:txBody>
          <a:bodyPr anchor="b">
            <a:noAutofit/>
          </a:bodyPr>
          <a:lstStyle>
            <a:lvl1pPr marL="0" indent="0">
              <a:lnSpc>
                <a:spcPct val="90000"/>
              </a:lnSpc>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5993969" y="2861733"/>
            <a:ext cx="5088713" cy="2512852"/>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0DFF9B5-AC92-40F1-8B49-E7CF66152BED}" type="datetimeFigureOut">
              <a:rPr lang="en-IN" smtClean="0"/>
              <a:t>21-10-2026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1219660879"/>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0DFF9B5-AC92-40F1-8B49-E7CF66152BED}" type="datetimeFigureOut">
              <a:rPr lang="en-IN" smtClean="0"/>
              <a:t>21-10-2026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413715806"/>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0DFF9B5-AC92-40F1-8B49-E7CF66152BED}" type="datetimeFigureOut">
              <a:rPr lang="en-IN" smtClean="0"/>
              <a:t>21-10-2026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796286432"/>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3643" y="685800"/>
            <a:ext cx="4126860" cy="2023252"/>
          </a:xfrm>
        </p:spPr>
        <p:txBody>
          <a:bodyPr anchor="b">
            <a:normAutofit/>
          </a:bodyPr>
          <a:lstStyle>
            <a:lvl1pPr algn="ctr">
              <a:defRPr sz="3600"/>
            </a:lvl1pPr>
          </a:lstStyle>
          <a:p>
            <a:r>
              <a:rPr lang="en-US"/>
              <a:t>Click to edit Master title style</a:t>
            </a:r>
            <a:endParaRPr lang="en-US" dirty="0"/>
          </a:p>
        </p:txBody>
      </p:sp>
      <p:sp>
        <p:nvSpPr>
          <p:cNvPr id="10" name="Content Placeholder 2"/>
          <p:cNvSpPr>
            <a:spLocks noGrp="1"/>
          </p:cNvSpPr>
          <p:nvPr>
            <p:ph sz="quarter" idx="13"/>
          </p:nvPr>
        </p:nvSpPr>
        <p:spPr>
          <a:xfrm>
            <a:off x="5046132" y="685800"/>
            <a:ext cx="6034375" cy="46887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93642" y="2709052"/>
            <a:ext cx="4126861" cy="2665533"/>
          </a:xfrm>
        </p:spPr>
        <p:txBody>
          <a:bodyPr anchor="t">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0DFF9B5-AC92-40F1-8B49-E7CF66152BED}" type="datetimeFigureOut">
              <a:rPr lang="en-IN" smtClean="0"/>
              <a:t>21-10-2026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1227099784"/>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685800"/>
            <a:ext cx="6345302" cy="2023252"/>
          </a:xfrm>
        </p:spPr>
        <p:txBody>
          <a:bodyPr anchor="b">
            <a:normAutofit/>
          </a:bodyPr>
          <a:lstStyle>
            <a:lvl1pPr algn="ct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82362" y="0"/>
            <a:ext cx="3598146" cy="5071533"/>
          </a:xfrm>
          <a:ln w="57150" cmpd="thinThick">
            <a:solidFill>
              <a:schemeClr val="bg1">
                <a:lumMod val="50000"/>
              </a:schemeClr>
            </a:solidFill>
            <a:miter lim="800000"/>
          </a:ln>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1" y="2709052"/>
            <a:ext cx="6345301" cy="2362481"/>
          </a:xfrm>
        </p:spPr>
        <p:txBody>
          <a:bodyPr anchor="t">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0DFF9B5-AC92-40F1-8B49-E7CF66152BED}" type="datetimeFigureOut">
              <a:rPr lang="en-IN" smtClean="0"/>
              <a:t>21-10-2026</a:t>
            </a:fld>
            <a:endParaRPr lang="en-IN"/>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4097032275"/>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4106333"/>
            <a:ext cx="10394708" cy="58884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5801" y="685799"/>
            <a:ext cx="10392513" cy="3194903"/>
          </a:xfrm>
          <a:ln w="57150" cmpd="thinThick">
            <a:solidFill>
              <a:schemeClr val="bg1">
                <a:lumMod val="50000"/>
              </a:schemeClr>
            </a:solidFill>
            <a:miter lim="800000"/>
          </a:ln>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780" y="4702923"/>
            <a:ext cx="10394728" cy="682472"/>
          </a:xfrm>
        </p:spPr>
        <p:txBody>
          <a:bodyPr anchor="t"/>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0DFF9B5-AC92-40F1-8B49-E7CF66152BED}" type="datetimeFigureOut">
              <a:rPr lang="en-IN" smtClean="0"/>
              <a:t>21-10-2026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2709304760"/>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1" y="685800"/>
            <a:ext cx="10396902" cy="3194903"/>
          </a:xfrm>
        </p:spPr>
        <p:txBody>
          <a:bodyPr anchor="ctr">
            <a:normAutofit/>
          </a:bodyPr>
          <a:lstStyle>
            <a:lvl1pPr algn="ctr">
              <a:defRPr sz="4800"/>
            </a:lvl1pPr>
          </a:lstStyle>
          <a:p>
            <a:r>
              <a:rPr lang="en-US"/>
              <a:t>Click to edit Master title style</a:t>
            </a:r>
            <a:endParaRPr lang="en-US" dirty="0"/>
          </a:p>
        </p:txBody>
      </p:sp>
      <p:sp>
        <p:nvSpPr>
          <p:cNvPr id="4" name="Text Placeholder 3"/>
          <p:cNvSpPr>
            <a:spLocks noGrp="1"/>
          </p:cNvSpPr>
          <p:nvPr>
            <p:ph type="body" sz="half" idx="2"/>
          </p:nvPr>
        </p:nvSpPr>
        <p:spPr>
          <a:xfrm>
            <a:off x="685779" y="4106333"/>
            <a:ext cx="10394729" cy="1273606"/>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0DFF9B5-AC92-40F1-8B49-E7CF66152BED}" type="datetimeFigureOut">
              <a:rPr lang="en-IN" smtClean="0"/>
              <a:t>21-10-2026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559994129"/>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21732" y="685800"/>
            <a:ext cx="9525020" cy="2916704"/>
          </a:xfrm>
        </p:spPr>
        <p:txBody>
          <a:bodyPr anchor="ctr">
            <a:normAutofit/>
          </a:bodyPr>
          <a:lstStyle>
            <a:lvl1pPr algn="ctr">
              <a:defRPr sz="4800"/>
            </a:lvl1pPr>
          </a:lstStyle>
          <a:p>
            <a:r>
              <a:rPr lang="en-US"/>
              <a:t>Click to edit Master title style</a:t>
            </a:r>
            <a:endParaRPr lang="en-US" dirty="0"/>
          </a:p>
        </p:txBody>
      </p:sp>
      <p:sp>
        <p:nvSpPr>
          <p:cNvPr id="12" name="Text Placeholder 3"/>
          <p:cNvSpPr>
            <a:spLocks noGrp="1"/>
          </p:cNvSpPr>
          <p:nvPr>
            <p:ph type="body" sz="half" idx="13"/>
          </p:nvPr>
        </p:nvSpPr>
        <p:spPr>
          <a:xfrm>
            <a:off x="1550264" y="3610032"/>
            <a:ext cx="8667956" cy="377768"/>
          </a:xfrm>
        </p:spPr>
        <p:txBody>
          <a:bodyPr anchor="t">
            <a:normAutofit/>
          </a:bodyPr>
          <a:lstStyle>
            <a:lvl1pPr marL="0" indent="0" algn="r">
              <a:buNone/>
              <a:defRPr sz="1400">
                <a:solidFill>
                  <a:schemeClr val="tx1">
                    <a:lumMod val="50000"/>
                    <a:lumOff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5801" y="4106334"/>
            <a:ext cx="10396882" cy="1268252"/>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0DFF9B5-AC92-40F1-8B49-E7CF66152BED}" type="datetimeFigureOut">
              <a:rPr lang="en-IN" smtClean="0"/>
              <a:t>21-10-2026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16E916D-8FA0-4D9E-9084-2E5986328A80}" type="slidenum">
              <a:rPr lang="en-IN" smtClean="0"/>
              <a:t>‹#›</a:t>
            </a:fld>
            <a:endParaRPr lang="en-IN"/>
          </a:p>
        </p:txBody>
      </p:sp>
      <p:sp>
        <p:nvSpPr>
          <p:cNvPr id="13" name="TextBox 12"/>
          <p:cNvSpPr txBox="1"/>
          <p:nvPr/>
        </p:nvSpPr>
        <p:spPr>
          <a:xfrm>
            <a:off x="685801" y="89262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473083" y="292282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302737153"/>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5800" y="1723854"/>
            <a:ext cx="10394707" cy="2511835"/>
          </a:xfrm>
        </p:spPr>
        <p:txBody>
          <a:bodyPr anchor="b">
            <a:normAutofit/>
          </a:bodyPr>
          <a:lstStyle>
            <a:lvl1pPr algn="l">
              <a:defRPr sz="4800"/>
            </a:lvl1pPr>
          </a:lstStyle>
          <a:p>
            <a:r>
              <a:rPr lang="en-US"/>
              <a:t>Click to edit Master title style</a:t>
            </a:r>
            <a:endParaRPr lang="en-US" dirty="0"/>
          </a:p>
        </p:txBody>
      </p:sp>
      <p:sp>
        <p:nvSpPr>
          <p:cNvPr id="4" name="Text Placeholder 3"/>
          <p:cNvSpPr>
            <a:spLocks noGrp="1"/>
          </p:cNvSpPr>
          <p:nvPr>
            <p:ph type="body" sz="half" idx="2"/>
          </p:nvPr>
        </p:nvSpPr>
        <p:spPr>
          <a:xfrm>
            <a:off x="685800" y="4247468"/>
            <a:ext cx="10394707" cy="1140644"/>
          </a:xfrm>
        </p:spPr>
        <p:txBody>
          <a:bodyPr anchor="t">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0DFF9B5-AC92-40F1-8B49-E7CF66152BED}" type="datetimeFigureOut">
              <a:rPr lang="en-IN" smtClean="0"/>
              <a:t>21-10-2026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1320551752"/>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685802" y="685800"/>
            <a:ext cx="10394706" cy="1151965"/>
          </a:xfrm>
        </p:spPr>
        <p:txBody>
          <a:bodyPr/>
          <a:lstStyle>
            <a:lvl1pPr algn="ctr">
              <a:defRPr/>
            </a:lvl1pPr>
          </a:lstStyle>
          <a:p>
            <a:r>
              <a:rPr lang="en-US"/>
              <a:t>Click to edit Master title style</a:t>
            </a:r>
            <a:endParaRPr lang="en-US" dirty="0"/>
          </a:p>
        </p:txBody>
      </p:sp>
      <p:sp>
        <p:nvSpPr>
          <p:cNvPr id="7" name="Text Placeholder 2"/>
          <p:cNvSpPr>
            <a:spLocks noGrp="1"/>
          </p:cNvSpPr>
          <p:nvPr>
            <p:ph type="body" idx="1"/>
          </p:nvPr>
        </p:nvSpPr>
        <p:spPr>
          <a:xfrm>
            <a:off x="685802"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802"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234622"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234621"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770380"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770380"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0DFF9B5-AC92-40F1-8B49-E7CF66152BED}" type="datetimeFigureOut">
              <a:rPr lang="en-IN" smtClean="0"/>
              <a:t>21-10-2026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1042523779"/>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685801" y="685800"/>
            <a:ext cx="10396882" cy="1151965"/>
          </a:xfrm>
        </p:spPr>
        <p:txBody>
          <a:bodyPr/>
          <a:lstStyle>
            <a:lvl1pPr algn="ctr">
              <a:defRPr/>
            </a:lvl1pPr>
          </a:lstStyle>
          <a:p>
            <a:r>
              <a:rPr lang="en-US"/>
              <a:t>Click to edit Master title style</a:t>
            </a:r>
            <a:endParaRPr lang="en-US" dirty="0"/>
          </a:p>
        </p:txBody>
      </p:sp>
      <p:sp>
        <p:nvSpPr>
          <p:cNvPr id="19" name="Text Placeholder 2"/>
          <p:cNvSpPr>
            <a:spLocks noGrp="1"/>
          </p:cNvSpPr>
          <p:nvPr>
            <p:ph type="body" idx="1"/>
          </p:nvPr>
        </p:nvSpPr>
        <p:spPr>
          <a:xfrm>
            <a:off x="691840"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5780" y="2063395"/>
            <a:ext cx="3310128" cy="1536725"/>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91840" y="4389287"/>
            <a:ext cx="3310128" cy="98529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237410"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235999" y="2063395"/>
            <a:ext cx="3310128" cy="1535237"/>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235999" y="4389286"/>
            <a:ext cx="3310128" cy="98530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768944"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768819" y="2063394"/>
            <a:ext cx="3310128" cy="1537196"/>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768819" y="4389284"/>
            <a:ext cx="3310128" cy="985302"/>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0DFF9B5-AC92-40F1-8B49-E7CF66152BED}" type="datetimeFigureOut">
              <a:rPr lang="en-IN" smtClean="0"/>
              <a:t>21-10-2026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1145731214"/>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r">
              <a:defRPr/>
            </a:lvl1p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685800" y="2063396"/>
            <a:ext cx="10394707" cy="331119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DFF9B5-AC92-40F1-8B49-E7CF66152BED}" type="datetimeFigureOut">
              <a:rPr lang="en-IN" smtClean="0"/>
              <a:t>21-10-2026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2049086767"/>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15862" y="685800"/>
            <a:ext cx="2264646" cy="4688785"/>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685800" y="685800"/>
            <a:ext cx="7904431" cy="468878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DFF9B5-AC92-40F1-8B49-E7CF66152BED}" type="datetimeFigureOut">
              <a:rPr lang="en-IN" smtClean="0"/>
              <a:t>21-10-2026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3128259304"/>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type="objTx">
  <p:cSld name="1_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0DFF9B5-AC92-40F1-8B49-E7CF66152BED}" type="datetimeFigureOut">
              <a:rPr lang="en-IN" smtClean="0"/>
              <a:t>21-10-2026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1971973243"/>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DFF9B5-AC92-40F1-8B49-E7CF66152BED}" type="datetimeFigureOut">
              <a:rPr lang="en-IN" smtClean="0"/>
              <a:t>21-10-2026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10951856" y="5867131"/>
            <a:ext cx="551167" cy="365125"/>
          </a:xfrm>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28882903"/>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30DFF9B5-AC92-40F1-8B49-E7CF66152BED}" type="datetimeFigureOut">
              <a:rPr lang="en-IN" smtClean="0"/>
              <a:t>21-10-2026</a:t>
            </a:fld>
            <a:endParaRPr lang="en-IN"/>
          </a:p>
        </p:txBody>
      </p:sp>
      <p:sp>
        <p:nvSpPr>
          <p:cNvPr id="5" name="Footer Placeholder 4"/>
          <p:cNvSpPr>
            <a:spLocks noGrp="1"/>
          </p:cNvSpPr>
          <p:nvPr>
            <p:ph type="ftr" sz="quarter" idx="11"/>
          </p:nvPr>
        </p:nvSpPr>
        <p:spPr>
          <a:xfrm>
            <a:off x="1876424" y="5410201"/>
            <a:ext cx="5124886" cy="365125"/>
          </a:xfrm>
        </p:spPr>
        <p:txBody>
          <a:bodyPr/>
          <a:lstStyle/>
          <a:p>
            <a:endParaRPr lang="en-IN"/>
          </a:p>
        </p:txBody>
      </p:sp>
      <p:sp>
        <p:nvSpPr>
          <p:cNvPr id="6" name="Slide Number Placeholder 5"/>
          <p:cNvSpPr>
            <a:spLocks noGrp="1"/>
          </p:cNvSpPr>
          <p:nvPr>
            <p:ph type="sldNum" sz="quarter" idx="12"/>
          </p:nvPr>
        </p:nvSpPr>
        <p:spPr>
          <a:xfrm>
            <a:off x="9896911" y="5410199"/>
            <a:ext cx="771089" cy="365125"/>
          </a:xfrm>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954865689"/>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DFF9B5-AC92-40F1-8B49-E7CF66152BED}" type="datetimeFigureOut">
              <a:rPr lang="en-IN" smtClean="0"/>
              <a:t>21-10-2026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325246455"/>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0DFF9B5-AC92-40F1-8B49-E7CF66152BED}" type="datetimeFigureOut">
              <a:rPr lang="en-IN" smtClean="0"/>
              <a:t>21-10-2026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3597515322"/>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0DFF9B5-AC92-40F1-8B49-E7CF66152BED}" type="datetimeFigureOut">
              <a:rPr lang="en-IN" smtClean="0"/>
              <a:t>21-10-2026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2025106125"/>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0DFF9B5-AC92-40F1-8B49-E7CF66152BED}" type="datetimeFigureOut">
              <a:rPr lang="en-IN" smtClean="0"/>
              <a:t>21-10-2026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4074092362"/>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0DFF9B5-AC92-40F1-8B49-E7CF66152BED}" type="datetimeFigureOut">
              <a:rPr lang="en-IN" smtClean="0"/>
              <a:t>21-10-2026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2226325035"/>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0DFF9B5-AC92-40F1-8B49-E7CF66152BED}" type="datetimeFigureOut">
              <a:rPr lang="en-IN" smtClean="0"/>
              <a:t>21-10-2026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1399963027"/>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0DFF9B5-AC92-40F1-8B49-E7CF66152BED}" type="datetimeFigureOut">
              <a:rPr lang="en-IN" smtClean="0"/>
              <a:t>21-10-2026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3198525959"/>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0DFF9B5-AC92-40F1-8B49-E7CF66152BED}" type="datetimeFigureOut">
              <a:rPr lang="en-IN" smtClean="0"/>
              <a:t>21-10-2026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3521715668"/>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0DFF9B5-AC92-40F1-8B49-E7CF66152BED}" type="datetimeFigureOut">
              <a:rPr lang="en-IN" smtClean="0"/>
              <a:t>21-10-2026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390011940"/>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0DFF9B5-AC92-40F1-8B49-E7CF66152BED}" type="datetimeFigureOut">
              <a:rPr lang="en-IN" smtClean="0"/>
              <a:t>21-10-2026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3184530657"/>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0DFF9B5-AC92-40F1-8B49-E7CF66152BED}" type="datetimeFigureOut">
              <a:rPr lang="en-IN" smtClean="0"/>
              <a:t>21-10-2026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16E916D-8FA0-4D9E-9084-2E5986328A80}" type="slidenum">
              <a:rPr lang="en-IN" smtClean="0"/>
              <a:t>‹#›</a:t>
            </a:fld>
            <a:endParaRPr lang="en-IN"/>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635169796"/>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0DFF9B5-AC92-40F1-8B49-E7CF66152BED}" type="datetimeFigureOut">
              <a:rPr lang="en-IN" smtClean="0"/>
              <a:t>21-10-2026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408282982"/>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0DFF9B5-AC92-40F1-8B49-E7CF66152BED}" type="datetimeFigureOut">
              <a:rPr lang="en-IN" smtClean="0"/>
              <a:t>21-10-2026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3229315418"/>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0DFF9B5-AC92-40F1-8B49-E7CF66152BED}" type="datetimeFigureOut">
              <a:rPr lang="en-IN" smtClean="0"/>
              <a:t>21-10-2026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310188804"/>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DFF9B5-AC92-40F1-8B49-E7CF66152BED}" type="datetimeFigureOut">
              <a:rPr lang="en-IN" smtClean="0"/>
              <a:t>21-10-2026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3460827020"/>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DFF9B5-AC92-40F1-8B49-E7CF66152BED}" type="datetimeFigureOut">
              <a:rPr lang="en-IN" smtClean="0"/>
              <a:t>21-10-2026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1266801071"/>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0DFF9B5-AC92-40F1-8B49-E7CF66152BED}" type="datetimeFigureOut">
              <a:rPr lang="en-IN" smtClean="0"/>
              <a:t>21-10-2026</a:t>
            </a:fld>
            <a:endParaRPr lang="en-IN"/>
          </a:p>
        </p:txBody>
      </p:sp>
      <p:sp>
        <p:nvSpPr>
          <p:cNvPr id="5" name="Footer Placeholder 4"/>
          <p:cNvSpPr>
            <a:spLocks noGrp="1"/>
          </p:cNvSpPr>
          <p:nvPr>
            <p:ph type="ftr" sz="quarter" idx="11"/>
          </p:nvPr>
        </p:nvSpPr>
        <p:spPr>
          <a:xfrm>
            <a:off x="2416500" y="329307"/>
            <a:ext cx="4973915" cy="309201"/>
          </a:xfrm>
        </p:spPr>
        <p:txBody>
          <a:bodyPr/>
          <a:lstStyle/>
          <a:p>
            <a:endParaRPr lang="en-IN"/>
          </a:p>
        </p:txBody>
      </p:sp>
      <p:sp>
        <p:nvSpPr>
          <p:cNvPr id="6" name="Slide Number Placeholder 5"/>
          <p:cNvSpPr>
            <a:spLocks noGrp="1"/>
          </p:cNvSpPr>
          <p:nvPr>
            <p:ph type="sldNum" sz="quarter" idx="12"/>
          </p:nvPr>
        </p:nvSpPr>
        <p:spPr>
          <a:xfrm>
            <a:off x="1437664" y="798973"/>
            <a:ext cx="811019" cy="503578"/>
          </a:xfrm>
        </p:spPr>
        <p:txBody>
          <a:bodyPr/>
          <a:lstStyle/>
          <a:p>
            <a:fld id="{C16E916D-8FA0-4D9E-9084-2E5986328A80}" type="slidenum">
              <a:rPr lang="en-IN" smtClean="0"/>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86274493"/>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DFF9B5-AC92-40F1-8B49-E7CF66152BED}" type="datetimeFigureOut">
              <a:rPr lang="en-IN" smtClean="0"/>
              <a:t>21-10-2026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16E916D-8FA0-4D9E-9084-2E5986328A80}" type="slidenum">
              <a:rPr lang="en-IN" smtClean="0"/>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12150403"/>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0DFF9B5-AC92-40F1-8B49-E7CF66152BED}" type="datetimeFigureOut">
              <a:rPr lang="en-IN" smtClean="0"/>
              <a:t>21-10-2026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16E916D-8FA0-4D9E-9084-2E5986328A80}" type="slidenum">
              <a:rPr lang="en-IN" smtClean="0"/>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984491281"/>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0DFF9B5-AC92-40F1-8B49-E7CF66152BED}" type="datetimeFigureOut">
              <a:rPr lang="en-IN" smtClean="0"/>
              <a:t>21-10-2026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16E916D-8FA0-4D9E-9084-2E5986328A80}" type="slidenum">
              <a:rPr lang="en-IN" smtClean="0"/>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00343364"/>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0DFF9B5-AC92-40F1-8B49-E7CF66152BED}" type="datetimeFigureOut">
              <a:rPr lang="en-IN" smtClean="0"/>
              <a:t>21-10-2026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16E916D-8FA0-4D9E-9084-2E5986328A80}" type="slidenum">
              <a:rPr lang="en-IN" smtClean="0"/>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025524337"/>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0DFF9B5-AC92-40F1-8B49-E7CF66152BED}" type="datetimeFigureOut">
              <a:rPr lang="en-IN" smtClean="0"/>
              <a:t>21-10-2026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16E916D-8FA0-4D9E-9084-2E5986328A80}" type="slidenum">
              <a:rPr lang="en-IN" smtClean="0"/>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20325392"/>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0DFF9B5-AC92-40F1-8B49-E7CF66152BED}" type="datetimeFigureOut">
              <a:rPr lang="en-IN" smtClean="0"/>
              <a:t>21-10-2026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3582358548"/>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0DFF9B5-AC92-40F1-8B49-E7CF66152BED}" type="datetimeFigureOut">
              <a:rPr lang="en-IN" smtClean="0"/>
              <a:t>21-10-2026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16E916D-8FA0-4D9E-9084-2E5986328A80}" type="slidenum">
              <a:rPr lang="en-IN" smtClean="0"/>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63706740"/>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30DFF9B5-AC92-40F1-8B49-E7CF66152BED}" type="datetimeFigureOut">
              <a:rPr lang="en-IN" smtClean="0"/>
              <a:t>21-10-2026</a:t>
            </a:fld>
            <a:endParaRPr lang="en-IN"/>
          </a:p>
        </p:txBody>
      </p:sp>
      <p:sp>
        <p:nvSpPr>
          <p:cNvPr id="6" name="Footer Placeholder 5"/>
          <p:cNvSpPr>
            <a:spLocks noGrp="1"/>
          </p:cNvSpPr>
          <p:nvPr>
            <p:ph type="ftr" sz="quarter" idx="11"/>
          </p:nvPr>
        </p:nvSpPr>
        <p:spPr>
          <a:xfrm>
            <a:off x="1447382" y="318640"/>
            <a:ext cx="5541004" cy="320931"/>
          </a:xfrm>
        </p:spPr>
        <p:txBody>
          <a:bodyPr/>
          <a:lstStyle/>
          <a:p>
            <a:endParaRPr lang="en-IN"/>
          </a:p>
        </p:txBody>
      </p:sp>
      <p:sp>
        <p:nvSpPr>
          <p:cNvPr id="7" name="Slide Number Placeholder 6"/>
          <p:cNvSpPr>
            <a:spLocks noGrp="1"/>
          </p:cNvSpPr>
          <p:nvPr>
            <p:ph type="sldNum" sz="quarter" idx="12"/>
          </p:nvPr>
        </p:nvSpPr>
        <p:spPr/>
        <p:txBody>
          <a:bodyPr/>
          <a:lstStyle/>
          <a:p>
            <a:fld id="{C16E916D-8FA0-4D9E-9084-2E5986328A80}" type="slidenum">
              <a:rPr lang="en-IN" smtClean="0"/>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48460466"/>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DFF9B5-AC92-40F1-8B49-E7CF66152BED}" type="datetimeFigureOut">
              <a:rPr lang="en-IN" smtClean="0"/>
              <a:t>21-10-2026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16E916D-8FA0-4D9E-9084-2E5986328A80}" type="slidenum">
              <a:rPr lang="en-IN" smtClean="0"/>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937448409"/>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DFF9B5-AC92-40F1-8B49-E7CF66152BED}" type="datetimeFigureOut">
              <a:rPr lang="en-IN" smtClean="0"/>
              <a:t>21-10-2026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16E916D-8FA0-4D9E-9084-2E5986328A80}" type="slidenum">
              <a:rPr lang="en-IN" smtClean="0"/>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532364861"/>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0DFF9B5-AC92-40F1-8B49-E7CF66152BED}" type="datetimeFigureOut">
              <a:rPr lang="en-IN" smtClean="0"/>
              <a:t>21-10-2026</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1160420133"/>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DFF9B5-AC92-40F1-8B49-E7CF66152BED}" type="datetimeFigureOut">
              <a:rPr lang="en-IN" smtClean="0"/>
              <a:t>21-10-2026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4099385309"/>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0DFF9B5-AC92-40F1-8B49-E7CF66152BED}" type="datetimeFigureOut">
              <a:rPr lang="en-IN" smtClean="0"/>
              <a:t>21-10-2026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826883596"/>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0DFF9B5-AC92-40F1-8B49-E7CF66152BED}" type="datetimeFigureOut">
              <a:rPr lang="en-IN" smtClean="0"/>
              <a:t>21-10-2026</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1772741714"/>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0DFF9B5-AC92-40F1-8B49-E7CF66152BED}" type="datetimeFigureOut">
              <a:rPr lang="en-IN" smtClean="0"/>
              <a:t>21-10-2026</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3318084193"/>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0DFF9B5-AC92-40F1-8B49-E7CF66152BED}" type="datetimeFigureOut">
              <a:rPr lang="en-IN" smtClean="0"/>
              <a:t>21-10-2026</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1113363493"/>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0DFF9B5-AC92-40F1-8B49-E7CF66152BED}" type="datetimeFigureOut">
              <a:rPr lang="en-IN" smtClean="0"/>
              <a:t>21-10-2026</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174571100"/>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0DFF9B5-AC92-40F1-8B49-E7CF66152BED}" type="datetimeFigureOut">
              <a:rPr lang="en-IN" smtClean="0"/>
              <a:t>21-10-2026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2292482558"/>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0DFF9B5-AC92-40F1-8B49-E7CF66152BED}" type="datetimeFigureOut">
              <a:rPr lang="en-IN" smtClean="0"/>
              <a:t>21-10-2026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1239597655"/>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0DFF9B5-AC92-40F1-8B49-E7CF66152BED}" type="datetimeFigureOut">
              <a:rPr lang="en-IN" smtClean="0"/>
              <a:t>21-10-2026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3414114675"/>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0DFF9B5-AC92-40F1-8B49-E7CF66152BED}" type="datetimeFigureOut">
              <a:rPr lang="en-IN" smtClean="0"/>
              <a:t>21-10-2026</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16E916D-8FA0-4D9E-9084-2E5986328A80}"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53434320"/>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30DFF9B5-AC92-40F1-8B49-E7CF66152BED}" type="datetimeFigureOut">
              <a:rPr lang="en-IN" smtClean="0"/>
              <a:t>21-10-2026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1777752073"/>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30DFF9B5-AC92-40F1-8B49-E7CF66152BED}" type="datetimeFigureOut">
              <a:rPr lang="en-IN" smtClean="0"/>
              <a:t>21-10-2026</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16E916D-8FA0-4D9E-9084-2E5986328A80}"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055640861"/>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30DFF9B5-AC92-40F1-8B49-E7CF66152BED}" type="datetimeFigureOut">
              <a:rPr lang="en-IN" smtClean="0"/>
              <a:t>21-10-2026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2668137618"/>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DFF9B5-AC92-40F1-8B49-E7CF66152BED}" type="datetimeFigureOut">
              <a:rPr lang="en-IN" smtClean="0"/>
              <a:t>21-10-2026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942349171"/>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DFF9B5-AC92-40F1-8B49-E7CF66152BED}" type="datetimeFigureOut">
              <a:rPr lang="en-IN" smtClean="0"/>
              <a:t>21-10-2026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2363265718"/>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12" name="Freeform 11"/>
          <p:cNvSpPr/>
          <p:nvPr/>
        </p:nvSpPr>
        <p:spPr>
          <a:xfrm>
            <a:off x="-15875" y="0"/>
            <a:ext cx="11683810" cy="6588125"/>
          </a:xfrm>
          <a:custGeom>
            <a:avLst/>
            <a:gdLst/>
            <a:ahLst/>
            <a:cxnLst/>
            <a:rect l="l" t="t" r="r" b="b"/>
            <a:pathLst>
              <a:path w="11683810" h="6588125">
                <a:moveTo>
                  <a:pt x="0" y="0"/>
                </a:moveTo>
                <a:lnTo>
                  <a:pt x="11318691" y="0"/>
                </a:lnTo>
                <a:lnTo>
                  <a:pt x="11683810" y="5976938"/>
                </a:lnTo>
                <a:lnTo>
                  <a:pt x="15875" y="6588125"/>
                </a:lnTo>
                <a:cubicBezTo>
                  <a:pt x="10583" y="4386792"/>
                  <a:pt x="5292" y="2185458"/>
                  <a:pt x="0" y="0"/>
                </a:cubicBezTo>
                <a:close/>
              </a:path>
            </a:pathLst>
          </a:custGeom>
          <a:ln>
            <a:noFill/>
          </a:ln>
          <a:effectLst>
            <a:outerShdw blurRad="101600" dist="152400" dir="4380000" algn="tl" rotWithShape="0">
              <a:srgbClr val="000000">
                <a:alpha val="43000"/>
              </a:srgbClr>
            </a:outerShdw>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0" y="4282257"/>
            <a:ext cx="11329257" cy="2028845"/>
          </a:xfrm>
          <a:custGeom>
            <a:avLst/>
            <a:gdLst/>
            <a:ahLst/>
            <a:cxnLst/>
            <a:rect l="l" t="t" r="r" b="b"/>
            <a:pathLst>
              <a:path w="11329257" h="2028845">
                <a:moveTo>
                  <a:pt x="0" y="588520"/>
                </a:moveTo>
                <a:lnTo>
                  <a:pt x="11244075" y="0"/>
                </a:lnTo>
                <a:lnTo>
                  <a:pt x="11329257" y="1424838"/>
                </a:lnTo>
                <a:lnTo>
                  <a:pt x="0" y="2028845"/>
                </a:lnTo>
                <a:lnTo>
                  <a:pt x="0" y="588520"/>
                </a:lnTo>
                <a:close/>
              </a:path>
            </a:pathLst>
          </a:cu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26" name="Freeform 25"/>
          <p:cNvSpPr/>
          <p:nvPr/>
        </p:nvSpPr>
        <p:spPr>
          <a:xfrm>
            <a:off x="0" y="0"/>
            <a:ext cx="8719579" cy="456877"/>
          </a:xfrm>
          <a:custGeom>
            <a:avLst/>
            <a:gdLst/>
            <a:ahLst/>
            <a:cxnLst/>
            <a:rect l="l" t="t" r="r" b="b"/>
            <a:pathLst>
              <a:path w="8719579" h="456877">
                <a:moveTo>
                  <a:pt x="0" y="0"/>
                </a:moveTo>
                <a:lnTo>
                  <a:pt x="8719579" y="0"/>
                </a:lnTo>
                <a:lnTo>
                  <a:pt x="0" y="456877"/>
                </a:lnTo>
                <a:lnTo>
                  <a:pt x="0" y="0"/>
                </a:lnTo>
                <a:close/>
              </a:path>
            </a:pathLst>
          </a:cu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rot="21420000">
            <a:off x="-161800" y="293317"/>
            <a:ext cx="11367116" cy="5751804"/>
          </a:xfrm>
          <a:custGeom>
            <a:avLst/>
            <a:gdLst/>
            <a:ahLst/>
            <a:cxnLst/>
            <a:rect l="l" t="t" r="r" b="b"/>
            <a:pathLst>
              <a:path w="11367116" h="5751804">
                <a:moveTo>
                  <a:pt x="11346705" y="0"/>
                </a:moveTo>
                <a:cubicBezTo>
                  <a:pt x="11353509" y="1915114"/>
                  <a:pt x="11360312" y="3830229"/>
                  <a:pt x="11367116" y="5745343"/>
                </a:cubicBezTo>
                <a:lnTo>
                  <a:pt x="0" y="5751804"/>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sp>
        <p:nvSpPr>
          <p:cNvPr id="2" name="Title 1"/>
          <p:cNvSpPr>
            <a:spLocks noGrp="1"/>
          </p:cNvSpPr>
          <p:nvPr>
            <p:ph type="ctrTitle"/>
          </p:nvPr>
        </p:nvSpPr>
        <p:spPr>
          <a:xfrm rot="21420000">
            <a:off x="891201" y="662656"/>
            <a:ext cx="9755187" cy="2766528"/>
          </a:xfrm>
        </p:spPr>
        <p:txBody>
          <a:bodyPr anchor="b">
            <a:normAutofit/>
          </a:bodyPr>
          <a:lstStyle>
            <a:lvl1pPr algn="r">
              <a:defRPr sz="8000"/>
            </a:lvl1pPr>
          </a:lstStyle>
          <a:p>
            <a:r>
              <a:rPr lang="en-US"/>
              <a:t>Click to edit Master title style</a:t>
            </a:r>
            <a:endParaRPr lang="en-US" dirty="0"/>
          </a:p>
        </p:txBody>
      </p:sp>
      <p:sp>
        <p:nvSpPr>
          <p:cNvPr id="3" name="Subtitle 2"/>
          <p:cNvSpPr>
            <a:spLocks noGrp="1"/>
          </p:cNvSpPr>
          <p:nvPr>
            <p:ph type="subTitle" idx="1"/>
          </p:nvPr>
        </p:nvSpPr>
        <p:spPr>
          <a:xfrm rot="21420000">
            <a:off x="983062" y="3505209"/>
            <a:ext cx="9755187" cy="550333"/>
          </a:xfrm>
        </p:spPr>
        <p:txBody>
          <a:bodyPr anchor="t">
            <a:noAutofit/>
          </a:bodyPr>
          <a:lstStyle>
            <a:lvl1pPr marL="0" indent="0" algn="r">
              <a:buNone/>
              <a:defRPr sz="28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rot="21420000">
            <a:off x="4948541" y="4578463"/>
            <a:ext cx="6143653" cy="1163112"/>
          </a:xfrm>
        </p:spPr>
        <p:txBody>
          <a:bodyPr/>
          <a:lstStyle>
            <a:lvl1pPr algn="ctr">
              <a:defRPr sz="5400">
                <a:solidFill>
                  <a:schemeClr val="accent1">
                    <a:lumMod val="50000"/>
                  </a:schemeClr>
                </a:solidFill>
              </a:defRPr>
            </a:lvl1pPr>
          </a:lstStyle>
          <a:p>
            <a:fld id="{30DFF9B5-AC92-40F1-8B49-E7CF66152BED}" type="datetimeFigureOut">
              <a:rPr lang="en-IN" smtClean="0"/>
              <a:t>21-10-2026</a:t>
            </a:fld>
            <a:endParaRPr lang="en-IN"/>
          </a:p>
        </p:txBody>
      </p:sp>
      <p:sp>
        <p:nvSpPr>
          <p:cNvPr id="5" name="Footer Placeholder 4"/>
          <p:cNvSpPr>
            <a:spLocks noGrp="1"/>
          </p:cNvSpPr>
          <p:nvPr>
            <p:ph type="ftr" sz="quarter" idx="11"/>
          </p:nvPr>
        </p:nvSpPr>
        <p:spPr>
          <a:xfrm rot="21420000">
            <a:off x="-5560" y="4883024"/>
            <a:ext cx="4047239" cy="1195538"/>
          </a:xfrm>
        </p:spPr>
        <p:txBody>
          <a:bodyPr vert="horz" lIns="91440" tIns="45720" rIns="91440" bIns="45720" rtlCol="0" anchor="ctr"/>
          <a:lstStyle>
            <a:lvl1pPr algn="r">
              <a:defRPr lang="en-US" sz="5400" dirty="0"/>
            </a:lvl1pPr>
          </a:lstStyle>
          <a:p>
            <a:endParaRPr lang="en-IN"/>
          </a:p>
        </p:txBody>
      </p:sp>
      <p:sp>
        <p:nvSpPr>
          <p:cNvPr id="6" name="Slide Number Placeholder 5"/>
          <p:cNvSpPr>
            <a:spLocks noGrp="1"/>
          </p:cNvSpPr>
          <p:nvPr>
            <p:ph type="sldNum" sz="quarter" idx="12"/>
          </p:nvPr>
        </p:nvSpPr>
        <p:spPr>
          <a:xfrm rot="21420000">
            <a:off x="9851758" y="3832648"/>
            <a:ext cx="907186" cy="498470"/>
          </a:xfrm>
        </p:spPr>
        <p:txBody>
          <a:bodyPr/>
          <a:lstStyle>
            <a:lvl1pPr>
              <a:defRPr sz="2400">
                <a:solidFill>
                  <a:schemeClr val="tx1">
                    <a:lumMod val="75000"/>
                    <a:lumOff val="25000"/>
                  </a:schemeClr>
                </a:solidFill>
              </a:defRPr>
            </a:lvl1pPr>
          </a:lstStyle>
          <a:p>
            <a:fld id="{C16E916D-8FA0-4D9E-9084-2E5986328A80}" type="slidenum">
              <a:rPr lang="en-IN" smtClean="0"/>
              <a:t>‹#›</a:t>
            </a:fld>
            <a:endParaRPr lang="en-IN"/>
          </a:p>
        </p:txBody>
      </p:sp>
      <p:sp>
        <p:nvSpPr>
          <p:cNvPr id="25" name="5-Point Star 24"/>
          <p:cNvSpPr/>
          <p:nvPr/>
        </p:nvSpPr>
        <p:spPr>
          <a:xfrm rot="21420000">
            <a:off x="4221385" y="5111356"/>
            <a:ext cx="515386" cy="515386"/>
          </a:xfrm>
          <a:prstGeom prst="star5">
            <a:avLst>
              <a:gd name="adj" fmla="val 26693"/>
              <a:gd name="hf" fmla="val 105146"/>
              <a:gd name="vf" fmla="val 110557"/>
            </a:avLst>
          </a:prstGeom>
          <a:solidFill>
            <a:schemeClr val="tx1">
              <a:alpha val="40000"/>
            </a:schemeClr>
          </a:solidFill>
          <a:ln>
            <a:noFill/>
          </a:ln>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299815020"/>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685800" y="2063396"/>
            <a:ext cx="10394707" cy="33111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DFF9B5-AC92-40F1-8B49-E7CF66152BED}" type="datetimeFigureOut">
              <a:rPr lang="en-IN" smtClean="0"/>
              <a:t>21-10-2026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1184130709"/>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1" y="685800"/>
            <a:ext cx="10394707" cy="3193487"/>
          </a:xfrm>
        </p:spPr>
        <p:txBody>
          <a:bodyPr anchor="b">
            <a:normAutofit/>
          </a:bodyPr>
          <a:lstStyle>
            <a:lvl1pPr algn="l">
              <a:defRPr sz="5400"/>
            </a:lvl1pPr>
          </a:lstStyle>
          <a:p>
            <a:r>
              <a:rPr lang="en-US"/>
              <a:t>Click to edit Master title style</a:t>
            </a:r>
            <a:endParaRPr lang="en-US" dirty="0"/>
          </a:p>
        </p:txBody>
      </p:sp>
      <p:sp>
        <p:nvSpPr>
          <p:cNvPr id="3" name="Text Placeholder 2"/>
          <p:cNvSpPr>
            <a:spLocks noGrp="1"/>
          </p:cNvSpPr>
          <p:nvPr>
            <p:ph type="body" idx="1"/>
          </p:nvPr>
        </p:nvSpPr>
        <p:spPr>
          <a:xfrm>
            <a:off x="685801" y="3742267"/>
            <a:ext cx="10394707" cy="1639614"/>
          </a:xfrm>
        </p:spPr>
        <p:txBody>
          <a:bodyPr anchor="t">
            <a:normAutofit/>
          </a:bodyPr>
          <a:lstStyle>
            <a:lvl1pPr marL="0" indent="0" algn="l">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0DFF9B5-AC92-40F1-8B49-E7CF66152BED}" type="datetimeFigureOut">
              <a:rPr lang="en-IN" smtClean="0"/>
              <a:t>21-10-2026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352661783"/>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4" name="Title 1"/>
          <p:cNvSpPr>
            <a:spLocks noGrp="1"/>
          </p:cNvSpPr>
          <p:nvPr>
            <p:ph type="title"/>
          </p:nvPr>
        </p:nvSpPr>
        <p:spPr>
          <a:xfrm>
            <a:off x="685801" y="685800"/>
            <a:ext cx="10396882" cy="1158140"/>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685800" y="2063396"/>
            <a:ext cx="5088714" cy="3311189"/>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5993971" y="2063396"/>
            <a:ext cx="5086538" cy="3311189"/>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0DFF9B5-AC92-40F1-8B49-E7CF66152BED}" type="datetimeFigureOut">
              <a:rPr lang="en-IN" smtClean="0"/>
              <a:t>21-10-2026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2315703950"/>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4" name="Title 1"/>
          <p:cNvSpPr>
            <a:spLocks noGrp="1"/>
          </p:cNvSpPr>
          <p:nvPr>
            <p:ph type="title"/>
          </p:nvPr>
        </p:nvSpPr>
        <p:spPr>
          <a:xfrm>
            <a:off x="685801" y="685800"/>
            <a:ext cx="10394707" cy="115814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8356" y="2063396"/>
            <a:ext cx="4856158" cy="679994"/>
          </a:xfrm>
        </p:spPr>
        <p:txBody>
          <a:bodyPr anchor="b">
            <a:noAutofit/>
          </a:bodyPr>
          <a:lstStyle>
            <a:lvl1pPr marL="0" indent="0">
              <a:lnSpc>
                <a:spcPct val="90000"/>
              </a:lnSpc>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685802" y="2861733"/>
            <a:ext cx="5088712" cy="2512852"/>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8191" y="2063396"/>
            <a:ext cx="4864491" cy="679994"/>
          </a:xfrm>
        </p:spPr>
        <p:txBody>
          <a:bodyPr anchor="b">
            <a:noAutofit/>
          </a:bodyPr>
          <a:lstStyle>
            <a:lvl1pPr marL="0" indent="0">
              <a:lnSpc>
                <a:spcPct val="90000"/>
              </a:lnSpc>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5993969" y="2861733"/>
            <a:ext cx="5088713" cy="2512852"/>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0DFF9B5-AC92-40F1-8B49-E7CF66152BED}" type="datetimeFigureOut">
              <a:rPr lang="en-IN" smtClean="0"/>
              <a:t>21-10-2026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731007448"/>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0DFF9B5-AC92-40F1-8B49-E7CF66152BED}" type="datetimeFigureOut">
              <a:rPr lang="en-IN" smtClean="0"/>
              <a:t>21-10-2026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3808777049"/>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0DFF9B5-AC92-40F1-8B49-E7CF66152BED}" type="datetimeFigureOut">
              <a:rPr lang="en-IN" smtClean="0"/>
              <a:t>21-10-2026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3252262242"/>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3643" y="685800"/>
            <a:ext cx="4126860" cy="2023252"/>
          </a:xfrm>
        </p:spPr>
        <p:txBody>
          <a:bodyPr anchor="b">
            <a:normAutofit/>
          </a:bodyPr>
          <a:lstStyle>
            <a:lvl1pPr algn="ctr">
              <a:defRPr sz="3600"/>
            </a:lvl1pPr>
          </a:lstStyle>
          <a:p>
            <a:r>
              <a:rPr lang="en-US"/>
              <a:t>Click to edit Master title style</a:t>
            </a:r>
            <a:endParaRPr lang="en-US" dirty="0"/>
          </a:p>
        </p:txBody>
      </p:sp>
      <p:sp>
        <p:nvSpPr>
          <p:cNvPr id="10" name="Content Placeholder 2"/>
          <p:cNvSpPr>
            <a:spLocks noGrp="1"/>
          </p:cNvSpPr>
          <p:nvPr>
            <p:ph sz="quarter" idx="13"/>
          </p:nvPr>
        </p:nvSpPr>
        <p:spPr>
          <a:xfrm>
            <a:off x="5046132" y="685800"/>
            <a:ext cx="6034375" cy="46887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93642" y="2709052"/>
            <a:ext cx="4126861" cy="2665533"/>
          </a:xfrm>
        </p:spPr>
        <p:txBody>
          <a:bodyPr anchor="t">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0DFF9B5-AC92-40F1-8B49-E7CF66152BED}" type="datetimeFigureOut">
              <a:rPr lang="en-IN" smtClean="0"/>
              <a:t>21-10-2026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1025104164"/>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685800"/>
            <a:ext cx="6345302" cy="2023252"/>
          </a:xfrm>
        </p:spPr>
        <p:txBody>
          <a:bodyPr anchor="b">
            <a:normAutofit/>
          </a:bodyPr>
          <a:lstStyle>
            <a:lvl1pPr algn="ct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82362" y="0"/>
            <a:ext cx="3598146" cy="5071533"/>
          </a:xfrm>
          <a:ln w="57150" cmpd="thinThick">
            <a:solidFill>
              <a:schemeClr val="bg1">
                <a:lumMod val="50000"/>
              </a:schemeClr>
            </a:solidFill>
            <a:miter lim="800000"/>
          </a:ln>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1" y="2709052"/>
            <a:ext cx="6345301" cy="2362481"/>
          </a:xfrm>
        </p:spPr>
        <p:txBody>
          <a:bodyPr anchor="t">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0DFF9B5-AC92-40F1-8B49-E7CF66152BED}" type="datetimeFigureOut">
              <a:rPr lang="en-IN" smtClean="0"/>
              <a:t>21-10-2026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3329497045"/>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4106333"/>
            <a:ext cx="10394708" cy="58884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5801" y="685799"/>
            <a:ext cx="10392513" cy="3194903"/>
          </a:xfrm>
          <a:ln w="57150" cmpd="thinThick">
            <a:solidFill>
              <a:schemeClr val="bg1">
                <a:lumMod val="50000"/>
              </a:schemeClr>
            </a:solidFill>
            <a:miter lim="800000"/>
          </a:ln>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780" y="4702923"/>
            <a:ext cx="10394728" cy="682472"/>
          </a:xfrm>
        </p:spPr>
        <p:txBody>
          <a:bodyPr anchor="t"/>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0DFF9B5-AC92-40F1-8B49-E7CF66152BED}" type="datetimeFigureOut">
              <a:rPr lang="en-IN" smtClean="0"/>
              <a:t>21-10-2026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1968926077"/>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1" y="685800"/>
            <a:ext cx="10396902" cy="3194903"/>
          </a:xfrm>
        </p:spPr>
        <p:txBody>
          <a:bodyPr anchor="ctr">
            <a:normAutofit/>
          </a:bodyPr>
          <a:lstStyle>
            <a:lvl1pPr algn="ctr">
              <a:defRPr sz="4800"/>
            </a:lvl1pPr>
          </a:lstStyle>
          <a:p>
            <a:r>
              <a:rPr lang="en-US"/>
              <a:t>Click to edit Master title style</a:t>
            </a:r>
            <a:endParaRPr lang="en-US" dirty="0"/>
          </a:p>
        </p:txBody>
      </p:sp>
      <p:sp>
        <p:nvSpPr>
          <p:cNvPr id="4" name="Text Placeholder 3"/>
          <p:cNvSpPr>
            <a:spLocks noGrp="1"/>
          </p:cNvSpPr>
          <p:nvPr>
            <p:ph type="body" sz="half" idx="2"/>
          </p:nvPr>
        </p:nvSpPr>
        <p:spPr>
          <a:xfrm>
            <a:off x="685779" y="4106333"/>
            <a:ext cx="10394729" cy="1273606"/>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0DFF9B5-AC92-40F1-8B49-E7CF66152BED}" type="datetimeFigureOut">
              <a:rPr lang="en-IN" smtClean="0"/>
              <a:t>21-10-2026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967908329"/>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21732" y="685800"/>
            <a:ext cx="9525020" cy="2916704"/>
          </a:xfrm>
        </p:spPr>
        <p:txBody>
          <a:bodyPr anchor="ctr">
            <a:normAutofit/>
          </a:bodyPr>
          <a:lstStyle>
            <a:lvl1pPr algn="ctr">
              <a:defRPr sz="4800"/>
            </a:lvl1pPr>
          </a:lstStyle>
          <a:p>
            <a:r>
              <a:rPr lang="en-US"/>
              <a:t>Click to edit Master title style</a:t>
            </a:r>
            <a:endParaRPr lang="en-US" dirty="0"/>
          </a:p>
        </p:txBody>
      </p:sp>
      <p:sp>
        <p:nvSpPr>
          <p:cNvPr id="12" name="Text Placeholder 3"/>
          <p:cNvSpPr>
            <a:spLocks noGrp="1"/>
          </p:cNvSpPr>
          <p:nvPr>
            <p:ph type="body" sz="half" idx="13"/>
          </p:nvPr>
        </p:nvSpPr>
        <p:spPr>
          <a:xfrm>
            <a:off x="1550264" y="3610032"/>
            <a:ext cx="8667956" cy="377768"/>
          </a:xfrm>
        </p:spPr>
        <p:txBody>
          <a:bodyPr anchor="t">
            <a:normAutofit/>
          </a:bodyPr>
          <a:lstStyle>
            <a:lvl1pPr marL="0" indent="0" algn="r">
              <a:buNone/>
              <a:defRPr sz="1400">
                <a:solidFill>
                  <a:schemeClr val="tx1">
                    <a:lumMod val="50000"/>
                    <a:lumOff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5801" y="4106334"/>
            <a:ext cx="10396882" cy="1268252"/>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0DFF9B5-AC92-40F1-8B49-E7CF66152BED}" type="datetimeFigureOut">
              <a:rPr lang="en-IN" smtClean="0"/>
              <a:t>21-10-2026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16E916D-8FA0-4D9E-9084-2E5986328A80}" type="slidenum">
              <a:rPr lang="en-IN" smtClean="0"/>
              <a:t>‹#›</a:t>
            </a:fld>
            <a:endParaRPr lang="en-IN"/>
          </a:p>
        </p:txBody>
      </p:sp>
      <p:sp>
        <p:nvSpPr>
          <p:cNvPr id="13" name="TextBox 12"/>
          <p:cNvSpPr txBox="1"/>
          <p:nvPr/>
        </p:nvSpPr>
        <p:spPr>
          <a:xfrm>
            <a:off x="685801" y="89262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473083" y="292282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934986036"/>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5800" y="1723854"/>
            <a:ext cx="10394707" cy="2511835"/>
          </a:xfrm>
        </p:spPr>
        <p:txBody>
          <a:bodyPr anchor="b">
            <a:normAutofit/>
          </a:bodyPr>
          <a:lstStyle>
            <a:lvl1pPr algn="l">
              <a:defRPr sz="4800"/>
            </a:lvl1pPr>
          </a:lstStyle>
          <a:p>
            <a:r>
              <a:rPr lang="en-US"/>
              <a:t>Click to edit Master title style</a:t>
            </a:r>
            <a:endParaRPr lang="en-US" dirty="0"/>
          </a:p>
        </p:txBody>
      </p:sp>
      <p:sp>
        <p:nvSpPr>
          <p:cNvPr id="4" name="Text Placeholder 3"/>
          <p:cNvSpPr>
            <a:spLocks noGrp="1"/>
          </p:cNvSpPr>
          <p:nvPr>
            <p:ph type="body" sz="half" idx="2"/>
          </p:nvPr>
        </p:nvSpPr>
        <p:spPr>
          <a:xfrm>
            <a:off x="685800" y="4247468"/>
            <a:ext cx="10394707" cy="1140644"/>
          </a:xfrm>
        </p:spPr>
        <p:txBody>
          <a:bodyPr anchor="t">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0DFF9B5-AC92-40F1-8B49-E7CF66152BED}" type="datetimeFigureOut">
              <a:rPr lang="en-IN" smtClean="0"/>
              <a:t>21-10-2026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3363045866"/>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685802" y="685800"/>
            <a:ext cx="10394706" cy="1151965"/>
          </a:xfrm>
        </p:spPr>
        <p:txBody>
          <a:bodyPr/>
          <a:lstStyle>
            <a:lvl1pPr algn="ctr">
              <a:defRPr/>
            </a:lvl1pPr>
          </a:lstStyle>
          <a:p>
            <a:r>
              <a:rPr lang="en-US"/>
              <a:t>Click to edit Master title style</a:t>
            </a:r>
            <a:endParaRPr lang="en-US" dirty="0"/>
          </a:p>
        </p:txBody>
      </p:sp>
      <p:sp>
        <p:nvSpPr>
          <p:cNvPr id="7" name="Text Placeholder 2"/>
          <p:cNvSpPr>
            <a:spLocks noGrp="1"/>
          </p:cNvSpPr>
          <p:nvPr>
            <p:ph type="body" idx="1"/>
          </p:nvPr>
        </p:nvSpPr>
        <p:spPr>
          <a:xfrm>
            <a:off x="685802"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802"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234622"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234621"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770380"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770380"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0DFF9B5-AC92-40F1-8B49-E7CF66152BED}" type="datetimeFigureOut">
              <a:rPr lang="en-IN" smtClean="0"/>
              <a:t>21-10-2026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1269623719"/>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685801" y="685800"/>
            <a:ext cx="10396882" cy="1151965"/>
          </a:xfrm>
        </p:spPr>
        <p:txBody>
          <a:bodyPr/>
          <a:lstStyle>
            <a:lvl1pPr algn="ctr">
              <a:defRPr/>
            </a:lvl1pPr>
          </a:lstStyle>
          <a:p>
            <a:r>
              <a:rPr lang="en-US"/>
              <a:t>Click to edit Master title style</a:t>
            </a:r>
            <a:endParaRPr lang="en-US" dirty="0"/>
          </a:p>
        </p:txBody>
      </p:sp>
      <p:sp>
        <p:nvSpPr>
          <p:cNvPr id="19" name="Text Placeholder 2"/>
          <p:cNvSpPr>
            <a:spLocks noGrp="1"/>
          </p:cNvSpPr>
          <p:nvPr>
            <p:ph type="body" idx="1"/>
          </p:nvPr>
        </p:nvSpPr>
        <p:spPr>
          <a:xfrm>
            <a:off x="691840"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5780" y="2063395"/>
            <a:ext cx="3310128" cy="1536725"/>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91840" y="4389287"/>
            <a:ext cx="3310128" cy="98529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237410"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235999" y="2063395"/>
            <a:ext cx="3310128" cy="1535237"/>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235999" y="4389286"/>
            <a:ext cx="3310128" cy="98530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768944"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768819" y="2063394"/>
            <a:ext cx="3310128" cy="1537196"/>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768819" y="4389284"/>
            <a:ext cx="3310128" cy="985302"/>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0DFF9B5-AC92-40F1-8B49-E7CF66152BED}" type="datetimeFigureOut">
              <a:rPr lang="en-IN" smtClean="0"/>
              <a:t>21-10-2026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314323545"/>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r">
              <a:defRPr/>
            </a:lvl1p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685800" y="2063396"/>
            <a:ext cx="10394707" cy="331119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DFF9B5-AC92-40F1-8B49-E7CF66152BED}" type="datetimeFigureOut">
              <a:rPr lang="en-IN" smtClean="0"/>
              <a:t>21-10-2026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3202453050"/>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15862" y="685800"/>
            <a:ext cx="2264646" cy="4688785"/>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685800" y="685800"/>
            <a:ext cx="7904431" cy="468878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DFF9B5-AC92-40F1-8B49-E7CF66152BED}" type="datetimeFigureOut">
              <a:rPr lang="en-IN" smtClean="0"/>
              <a:t>21-10-2026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2988776313"/>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0DFF9B5-AC92-40F1-8B49-E7CF66152BED}" type="datetimeFigureOut">
              <a:rPr lang="en-IN" smtClean="0"/>
              <a:t>21-10-2026</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3693208322"/>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DFF9B5-AC92-40F1-8B49-E7CF66152BED}" type="datetimeFigureOut">
              <a:rPr lang="en-IN" smtClean="0"/>
              <a:t>21-10-2026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2346494320"/>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0DFF9B5-AC92-40F1-8B49-E7CF66152BED}" type="datetimeFigureOut">
              <a:rPr lang="en-IN" smtClean="0"/>
              <a:t>21-10-2026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320198669"/>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0DFF9B5-AC92-40F1-8B49-E7CF66152BED}" type="datetimeFigureOut">
              <a:rPr lang="en-IN" smtClean="0"/>
              <a:t>21-10-2026</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711127408"/>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0DFF9B5-AC92-40F1-8B49-E7CF66152BED}" type="datetimeFigureOut">
              <a:rPr lang="en-IN" smtClean="0"/>
              <a:t>21-10-2026</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2984660397"/>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0DFF9B5-AC92-40F1-8B49-E7CF66152BED}" type="datetimeFigureOut">
              <a:rPr lang="en-IN" smtClean="0"/>
              <a:t>21-10-2026</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3876204804"/>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0DFF9B5-AC92-40F1-8B49-E7CF66152BED}" type="datetimeFigureOut">
              <a:rPr lang="en-IN" smtClean="0"/>
              <a:t>21-10-2026</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248651392"/>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0DFF9B5-AC92-40F1-8B49-E7CF66152BED}" type="datetimeFigureOut">
              <a:rPr lang="en-IN" smtClean="0"/>
              <a:t>21-10-2026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4071257477"/>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0DFF9B5-AC92-40F1-8B49-E7CF66152BED}" type="datetimeFigureOut">
              <a:rPr lang="en-IN" smtClean="0"/>
              <a:t>21-10-2026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2755846320"/>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0DFF9B5-AC92-40F1-8B49-E7CF66152BED}" type="datetimeFigureOut">
              <a:rPr lang="en-IN" smtClean="0"/>
              <a:t>21-10-2026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2647503658"/>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0DFF9B5-AC92-40F1-8B49-E7CF66152BED}" type="datetimeFigureOut">
              <a:rPr lang="en-IN" smtClean="0"/>
              <a:t>21-10-2026</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16E916D-8FA0-4D9E-9084-2E5986328A80}"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932189956"/>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30DFF9B5-AC92-40F1-8B49-E7CF66152BED}" type="datetimeFigureOut">
              <a:rPr lang="en-IN" smtClean="0"/>
              <a:t>21-10-2026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2378811201"/>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30DFF9B5-AC92-40F1-8B49-E7CF66152BED}" type="datetimeFigureOut">
              <a:rPr lang="en-IN" smtClean="0"/>
              <a:t>21-10-2026</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16E916D-8FA0-4D9E-9084-2E5986328A80}"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622804710"/>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30DFF9B5-AC92-40F1-8B49-E7CF66152BED}" type="datetimeFigureOut">
              <a:rPr lang="en-IN" smtClean="0"/>
              <a:t>21-10-2026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3076225998"/>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DFF9B5-AC92-40F1-8B49-E7CF66152BED}" type="datetimeFigureOut">
              <a:rPr lang="en-IN" smtClean="0"/>
              <a:t>21-10-2026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1890327084"/>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DFF9B5-AC92-40F1-8B49-E7CF66152BED}" type="datetimeFigureOut">
              <a:rPr lang="en-IN" smtClean="0"/>
              <a:t>21-10-2026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1402076977"/>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12" name="Freeform 11"/>
          <p:cNvSpPr/>
          <p:nvPr/>
        </p:nvSpPr>
        <p:spPr>
          <a:xfrm>
            <a:off x="-15875" y="0"/>
            <a:ext cx="11683810" cy="6588125"/>
          </a:xfrm>
          <a:custGeom>
            <a:avLst/>
            <a:gdLst/>
            <a:ahLst/>
            <a:cxnLst/>
            <a:rect l="l" t="t" r="r" b="b"/>
            <a:pathLst>
              <a:path w="11683810" h="6588125">
                <a:moveTo>
                  <a:pt x="0" y="0"/>
                </a:moveTo>
                <a:lnTo>
                  <a:pt x="11318691" y="0"/>
                </a:lnTo>
                <a:lnTo>
                  <a:pt x="11683810" y="5976938"/>
                </a:lnTo>
                <a:lnTo>
                  <a:pt x="15875" y="6588125"/>
                </a:lnTo>
                <a:cubicBezTo>
                  <a:pt x="10583" y="4386792"/>
                  <a:pt x="5292" y="2185458"/>
                  <a:pt x="0" y="0"/>
                </a:cubicBezTo>
                <a:close/>
              </a:path>
            </a:pathLst>
          </a:custGeom>
          <a:ln>
            <a:noFill/>
          </a:ln>
          <a:effectLst>
            <a:outerShdw blurRad="101600" dist="152400" dir="4380000" algn="tl" rotWithShape="0">
              <a:srgbClr val="000000">
                <a:alpha val="43000"/>
              </a:srgbClr>
            </a:outerShdw>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0" y="4282257"/>
            <a:ext cx="11329257" cy="2028845"/>
          </a:xfrm>
          <a:custGeom>
            <a:avLst/>
            <a:gdLst/>
            <a:ahLst/>
            <a:cxnLst/>
            <a:rect l="l" t="t" r="r" b="b"/>
            <a:pathLst>
              <a:path w="11329257" h="2028845">
                <a:moveTo>
                  <a:pt x="0" y="588520"/>
                </a:moveTo>
                <a:lnTo>
                  <a:pt x="11244075" y="0"/>
                </a:lnTo>
                <a:lnTo>
                  <a:pt x="11329257" y="1424838"/>
                </a:lnTo>
                <a:lnTo>
                  <a:pt x="0" y="2028845"/>
                </a:lnTo>
                <a:lnTo>
                  <a:pt x="0" y="588520"/>
                </a:lnTo>
                <a:close/>
              </a:path>
            </a:pathLst>
          </a:cu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26" name="Freeform 25"/>
          <p:cNvSpPr/>
          <p:nvPr/>
        </p:nvSpPr>
        <p:spPr>
          <a:xfrm>
            <a:off x="0" y="0"/>
            <a:ext cx="8719579" cy="456877"/>
          </a:xfrm>
          <a:custGeom>
            <a:avLst/>
            <a:gdLst/>
            <a:ahLst/>
            <a:cxnLst/>
            <a:rect l="l" t="t" r="r" b="b"/>
            <a:pathLst>
              <a:path w="8719579" h="456877">
                <a:moveTo>
                  <a:pt x="0" y="0"/>
                </a:moveTo>
                <a:lnTo>
                  <a:pt x="8719579" y="0"/>
                </a:lnTo>
                <a:lnTo>
                  <a:pt x="0" y="456877"/>
                </a:lnTo>
                <a:lnTo>
                  <a:pt x="0" y="0"/>
                </a:lnTo>
                <a:close/>
              </a:path>
            </a:pathLst>
          </a:cu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rot="21420000">
            <a:off x="-161800" y="293317"/>
            <a:ext cx="11367116" cy="5751804"/>
          </a:xfrm>
          <a:custGeom>
            <a:avLst/>
            <a:gdLst/>
            <a:ahLst/>
            <a:cxnLst/>
            <a:rect l="l" t="t" r="r" b="b"/>
            <a:pathLst>
              <a:path w="11367116" h="5751804">
                <a:moveTo>
                  <a:pt x="11346705" y="0"/>
                </a:moveTo>
                <a:cubicBezTo>
                  <a:pt x="11353509" y="1915114"/>
                  <a:pt x="11360312" y="3830229"/>
                  <a:pt x="11367116" y="5745343"/>
                </a:cubicBezTo>
                <a:lnTo>
                  <a:pt x="0" y="5751804"/>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sp>
        <p:nvSpPr>
          <p:cNvPr id="2" name="Title 1"/>
          <p:cNvSpPr>
            <a:spLocks noGrp="1"/>
          </p:cNvSpPr>
          <p:nvPr>
            <p:ph type="ctrTitle"/>
          </p:nvPr>
        </p:nvSpPr>
        <p:spPr>
          <a:xfrm rot="21420000">
            <a:off x="891201" y="662656"/>
            <a:ext cx="9755187" cy="2766528"/>
          </a:xfrm>
        </p:spPr>
        <p:txBody>
          <a:bodyPr anchor="b">
            <a:normAutofit/>
          </a:bodyPr>
          <a:lstStyle>
            <a:lvl1pPr algn="r">
              <a:defRPr sz="8000"/>
            </a:lvl1pPr>
          </a:lstStyle>
          <a:p>
            <a:r>
              <a:rPr lang="en-US"/>
              <a:t>Click to edit Master title style</a:t>
            </a:r>
            <a:endParaRPr lang="en-US" dirty="0"/>
          </a:p>
        </p:txBody>
      </p:sp>
      <p:sp>
        <p:nvSpPr>
          <p:cNvPr id="3" name="Subtitle 2"/>
          <p:cNvSpPr>
            <a:spLocks noGrp="1"/>
          </p:cNvSpPr>
          <p:nvPr>
            <p:ph type="subTitle" idx="1"/>
          </p:nvPr>
        </p:nvSpPr>
        <p:spPr>
          <a:xfrm rot="21420000">
            <a:off x="983062" y="3505209"/>
            <a:ext cx="9755187" cy="550333"/>
          </a:xfrm>
        </p:spPr>
        <p:txBody>
          <a:bodyPr anchor="t">
            <a:noAutofit/>
          </a:bodyPr>
          <a:lstStyle>
            <a:lvl1pPr marL="0" indent="0" algn="r">
              <a:buNone/>
              <a:defRPr sz="28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rot="21420000">
            <a:off x="4948541" y="4578463"/>
            <a:ext cx="6143653" cy="1163112"/>
          </a:xfrm>
        </p:spPr>
        <p:txBody>
          <a:bodyPr/>
          <a:lstStyle>
            <a:lvl1pPr algn="ctr">
              <a:defRPr sz="5400">
                <a:solidFill>
                  <a:schemeClr val="accent1">
                    <a:lumMod val="50000"/>
                  </a:schemeClr>
                </a:solidFill>
              </a:defRPr>
            </a:lvl1pPr>
          </a:lstStyle>
          <a:p>
            <a:fld id="{30DFF9B5-AC92-40F1-8B49-E7CF66152BED}" type="datetimeFigureOut">
              <a:rPr lang="en-IN" smtClean="0"/>
              <a:t>21-10-2026</a:t>
            </a:fld>
            <a:endParaRPr lang="en-IN"/>
          </a:p>
        </p:txBody>
      </p:sp>
      <p:sp>
        <p:nvSpPr>
          <p:cNvPr id="5" name="Footer Placeholder 4"/>
          <p:cNvSpPr>
            <a:spLocks noGrp="1"/>
          </p:cNvSpPr>
          <p:nvPr>
            <p:ph type="ftr" sz="quarter" idx="11"/>
          </p:nvPr>
        </p:nvSpPr>
        <p:spPr>
          <a:xfrm rot="21420000">
            <a:off x="-5560" y="4883024"/>
            <a:ext cx="4047239" cy="1195538"/>
          </a:xfrm>
        </p:spPr>
        <p:txBody>
          <a:bodyPr vert="horz" lIns="91440" tIns="45720" rIns="91440" bIns="45720" rtlCol="0" anchor="ctr"/>
          <a:lstStyle>
            <a:lvl1pPr algn="r">
              <a:defRPr lang="en-US" sz="5400" dirty="0"/>
            </a:lvl1pPr>
          </a:lstStyle>
          <a:p>
            <a:endParaRPr lang="en-IN"/>
          </a:p>
        </p:txBody>
      </p:sp>
      <p:sp>
        <p:nvSpPr>
          <p:cNvPr id="6" name="Slide Number Placeholder 5"/>
          <p:cNvSpPr>
            <a:spLocks noGrp="1"/>
          </p:cNvSpPr>
          <p:nvPr>
            <p:ph type="sldNum" sz="quarter" idx="12"/>
          </p:nvPr>
        </p:nvSpPr>
        <p:spPr>
          <a:xfrm rot="21420000">
            <a:off x="9851758" y="3832648"/>
            <a:ext cx="907186" cy="498470"/>
          </a:xfrm>
        </p:spPr>
        <p:txBody>
          <a:bodyPr/>
          <a:lstStyle>
            <a:lvl1pPr>
              <a:defRPr sz="2400">
                <a:solidFill>
                  <a:schemeClr val="tx1">
                    <a:lumMod val="75000"/>
                    <a:lumOff val="25000"/>
                  </a:schemeClr>
                </a:solidFill>
              </a:defRPr>
            </a:lvl1pPr>
          </a:lstStyle>
          <a:p>
            <a:fld id="{C16E916D-8FA0-4D9E-9084-2E5986328A80}" type="slidenum">
              <a:rPr lang="en-IN" smtClean="0"/>
              <a:t>‹#›</a:t>
            </a:fld>
            <a:endParaRPr lang="en-IN"/>
          </a:p>
        </p:txBody>
      </p:sp>
      <p:sp>
        <p:nvSpPr>
          <p:cNvPr id="25" name="5-Point Star 24"/>
          <p:cNvSpPr/>
          <p:nvPr/>
        </p:nvSpPr>
        <p:spPr>
          <a:xfrm rot="21420000">
            <a:off x="4221385" y="5111356"/>
            <a:ext cx="515386" cy="515386"/>
          </a:xfrm>
          <a:prstGeom prst="star5">
            <a:avLst>
              <a:gd name="adj" fmla="val 26693"/>
              <a:gd name="hf" fmla="val 105146"/>
              <a:gd name="vf" fmla="val 110557"/>
            </a:avLst>
          </a:prstGeom>
          <a:solidFill>
            <a:schemeClr val="tx1">
              <a:alpha val="40000"/>
            </a:schemeClr>
          </a:solidFill>
          <a:ln>
            <a:noFill/>
          </a:ln>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27092521"/>
      </p:ext>
    </p:extLst>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685800" y="2063396"/>
            <a:ext cx="10394707" cy="33111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DFF9B5-AC92-40F1-8B49-E7CF66152BED}" type="datetimeFigureOut">
              <a:rPr lang="en-IN" smtClean="0"/>
              <a:t>21-10-2026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3543180634"/>
      </p:ext>
    </p:extLst>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1" y="685800"/>
            <a:ext cx="10394707" cy="3193487"/>
          </a:xfrm>
        </p:spPr>
        <p:txBody>
          <a:bodyPr anchor="b">
            <a:normAutofit/>
          </a:bodyPr>
          <a:lstStyle>
            <a:lvl1pPr algn="l">
              <a:defRPr sz="5400"/>
            </a:lvl1pPr>
          </a:lstStyle>
          <a:p>
            <a:r>
              <a:rPr lang="en-US"/>
              <a:t>Click to edit Master title style</a:t>
            </a:r>
            <a:endParaRPr lang="en-US" dirty="0"/>
          </a:p>
        </p:txBody>
      </p:sp>
      <p:sp>
        <p:nvSpPr>
          <p:cNvPr id="3" name="Text Placeholder 2"/>
          <p:cNvSpPr>
            <a:spLocks noGrp="1"/>
          </p:cNvSpPr>
          <p:nvPr>
            <p:ph type="body" idx="1"/>
          </p:nvPr>
        </p:nvSpPr>
        <p:spPr>
          <a:xfrm>
            <a:off x="685801" y="3742267"/>
            <a:ext cx="10394707" cy="1639614"/>
          </a:xfrm>
        </p:spPr>
        <p:txBody>
          <a:bodyPr anchor="t">
            <a:normAutofit/>
          </a:bodyPr>
          <a:lstStyle>
            <a:lvl1pPr marL="0" indent="0" algn="l">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0DFF9B5-AC92-40F1-8B49-E7CF66152BED}" type="datetimeFigureOut">
              <a:rPr lang="en-IN" smtClean="0"/>
              <a:t>21-10-2026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3995197128"/>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4" name="Title 1"/>
          <p:cNvSpPr>
            <a:spLocks noGrp="1"/>
          </p:cNvSpPr>
          <p:nvPr>
            <p:ph type="title"/>
          </p:nvPr>
        </p:nvSpPr>
        <p:spPr>
          <a:xfrm>
            <a:off x="685801" y="685800"/>
            <a:ext cx="10396882" cy="1158140"/>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685800" y="2063396"/>
            <a:ext cx="5088714" cy="3311189"/>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5993971" y="2063396"/>
            <a:ext cx="5086538" cy="3311189"/>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0DFF9B5-AC92-40F1-8B49-E7CF66152BED}" type="datetimeFigureOut">
              <a:rPr lang="en-IN" smtClean="0"/>
              <a:t>21-10-2026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1450897407"/>
      </p:ext>
    </p:extLst>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4" name="Title 1"/>
          <p:cNvSpPr>
            <a:spLocks noGrp="1"/>
          </p:cNvSpPr>
          <p:nvPr>
            <p:ph type="title"/>
          </p:nvPr>
        </p:nvSpPr>
        <p:spPr>
          <a:xfrm>
            <a:off x="685801" y="685800"/>
            <a:ext cx="10394707" cy="115814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8356" y="2063396"/>
            <a:ext cx="4856158" cy="679994"/>
          </a:xfrm>
        </p:spPr>
        <p:txBody>
          <a:bodyPr anchor="b">
            <a:noAutofit/>
          </a:bodyPr>
          <a:lstStyle>
            <a:lvl1pPr marL="0" indent="0">
              <a:lnSpc>
                <a:spcPct val="90000"/>
              </a:lnSpc>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685802" y="2861733"/>
            <a:ext cx="5088712" cy="2512852"/>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8191" y="2063396"/>
            <a:ext cx="4864491" cy="679994"/>
          </a:xfrm>
        </p:spPr>
        <p:txBody>
          <a:bodyPr anchor="b">
            <a:noAutofit/>
          </a:bodyPr>
          <a:lstStyle>
            <a:lvl1pPr marL="0" indent="0">
              <a:lnSpc>
                <a:spcPct val="90000"/>
              </a:lnSpc>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5993969" y="2861733"/>
            <a:ext cx="5088713" cy="2512852"/>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0DFF9B5-AC92-40F1-8B49-E7CF66152BED}" type="datetimeFigureOut">
              <a:rPr lang="en-IN" smtClean="0"/>
              <a:t>21-10-2026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3173447630"/>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0DFF9B5-AC92-40F1-8B49-E7CF66152BED}" type="datetimeFigureOut">
              <a:rPr lang="en-IN" smtClean="0"/>
              <a:t>21-10-2026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888204529"/>
      </p:ext>
    </p:extLst>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0DFF9B5-AC92-40F1-8B49-E7CF66152BED}" type="datetimeFigureOut">
              <a:rPr lang="en-IN" smtClean="0"/>
              <a:t>21-10-2026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3014866791"/>
      </p:ext>
    </p:extLst>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3643" y="685800"/>
            <a:ext cx="4126860" cy="2023252"/>
          </a:xfrm>
        </p:spPr>
        <p:txBody>
          <a:bodyPr anchor="b">
            <a:normAutofit/>
          </a:bodyPr>
          <a:lstStyle>
            <a:lvl1pPr algn="ctr">
              <a:defRPr sz="3600"/>
            </a:lvl1pPr>
          </a:lstStyle>
          <a:p>
            <a:r>
              <a:rPr lang="en-US"/>
              <a:t>Click to edit Master title style</a:t>
            </a:r>
            <a:endParaRPr lang="en-US" dirty="0"/>
          </a:p>
        </p:txBody>
      </p:sp>
      <p:sp>
        <p:nvSpPr>
          <p:cNvPr id="10" name="Content Placeholder 2"/>
          <p:cNvSpPr>
            <a:spLocks noGrp="1"/>
          </p:cNvSpPr>
          <p:nvPr>
            <p:ph sz="quarter" idx="13"/>
          </p:nvPr>
        </p:nvSpPr>
        <p:spPr>
          <a:xfrm>
            <a:off x="5046132" y="685800"/>
            <a:ext cx="6034375" cy="46887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93642" y="2709052"/>
            <a:ext cx="4126861" cy="2665533"/>
          </a:xfrm>
        </p:spPr>
        <p:txBody>
          <a:bodyPr anchor="t">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0DFF9B5-AC92-40F1-8B49-E7CF66152BED}" type="datetimeFigureOut">
              <a:rPr lang="en-IN" smtClean="0"/>
              <a:t>21-10-2026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1541144294"/>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685800"/>
            <a:ext cx="6345302" cy="2023252"/>
          </a:xfrm>
        </p:spPr>
        <p:txBody>
          <a:bodyPr anchor="b">
            <a:normAutofit/>
          </a:bodyPr>
          <a:lstStyle>
            <a:lvl1pPr algn="ct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82362" y="0"/>
            <a:ext cx="3598146" cy="5071533"/>
          </a:xfrm>
          <a:ln w="57150" cmpd="thinThick">
            <a:solidFill>
              <a:schemeClr val="bg1">
                <a:lumMod val="50000"/>
              </a:schemeClr>
            </a:solidFill>
            <a:miter lim="800000"/>
          </a:ln>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1" y="2709052"/>
            <a:ext cx="6345301" cy="2362481"/>
          </a:xfrm>
        </p:spPr>
        <p:txBody>
          <a:bodyPr anchor="t">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0DFF9B5-AC92-40F1-8B49-E7CF66152BED}" type="datetimeFigureOut">
              <a:rPr lang="en-IN" smtClean="0"/>
              <a:t>21-10-2026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95615388"/>
      </p:ext>
    </p:extLst>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4106333"/>
            <a:ext cx="10394708" cy="58884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5801" y="685799"/>
            <a:ext cx="10392513" cy="3194903"/>
          </a:xfrm>
          <a:ln w="57150" cmpd="thinThick">
            <a:solidFill>
              <a:schemeClr val="bg1">
                <a:lumMod val="50000"/>
              </a:schemeClr>
            </a:solidFill>
            <a:miter lim="800000"/>
          </a:ln>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780" y="4702923"/>
            <a:ext cx="10394728" cy="682472"/>
          </a:xfrm>
        </p:spPr>
        <p:txBody>
          <a:bodyPr anchor="t"/>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0DFF9B5-AC92-40F1-8B49-E7CF66152BED}" type="datetimeFigureOut">
              <a:rPr lang="en-IN" smtClean="0"/>
              <a:t>21-10-2026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692497867"/>
      </p:ext>
    </p:extLst>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1" y="685800"/>
            <a:ext cx="10396902" cy="3194903"/>
          </a:xfrm>
        </p:spPr>
        <p:txBody>
          <a:bodyPr anchor="ctr">
            <a:normAutofit/>
          </a:bodyPr>
          <a:lstStyle>
            <a:lvl1pPr algn="ctr">
              <a:defRPr sz="4800"/>
            </a:lvl1pPr>
          </a:lstStyle>
          <a:p>
            <a:r>
              <a:rPr lang="en-US"/>
              <a:t>Click to edit Master title style</a:t>
            </a:r>
            <a:endParaRPr lang="en-US" dirty="0"/>
          </a:p>
        </p:txBody>
      </p:sp>
      <p:sp>
        <p:nvSpPr>
          <p:cNvPr id="4" name="Text Placeholder 3"/>
          <p:cNvSpPr>
            <a:spLocks noGrp="1"/>
          </p:cNvSpPr>
          <p:nvPr>
            <p:ph type="body" sz="half" idx="2"/>
          </p:nvPr>
        </p:nvSpPr>
        <p:spPr>
          <a:xfrm>
            <a:off x="685779" y="4106333"/>
            <a:ext cx="10394729" cy="1273606"/>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0DFF9B5-AC92-40F1-8B49-E7CF66152BED}" type="datetimeFigureOut">
              <a:rPr lang="en-IN" smtClean="0"/>
              <a:t>21-10-2026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2057768739"/>
      </p:ext>
    </p:extLst>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21732" y="685800"/>
            <a:ext cx="9525020" cy="2916704"/>
          </a:xfrm>
        </p:spPr>
        <p:txBody>
          <a:bodyPr anchor="ctr">
            <a:normAutofit/>
          </a:bodyPr>
          <a:lstStyle>
            <a:lvl1pPr algn="ctr">
              <a:defRPr sz="4800"/>
            </a:lvl1pPr>
          </a:lstStyle>
          <a:p>
            <a:r>
              <a:rPr lang="en-US"/>
              <a:t>Click to edit Master title style</a:t>
            </a:r>
            <a:endParaRPr lang="en-US" dirty="0"/>
          </a:p>
        </p:txBody>
      </p:sp>
      <p:sp>
        <p:nvSpPr>
          <p:cNvPr id="12" name="Text Placeholder 3"/>
          <p:cNvSpPr>
            <a:spLocks noGrp="1"/>
          </p:cNvSpPr>
          <p:nvPr>
            <p:ph type="body" sz="half" idx="13"/>
          </p:nvPr>
        </p:nvSpPr>
        <p:spPr>
          <a:xfrm>
            <a:off x="1550264" y="3610032"/>
            <a:ext cx="8667956" cy="377768"/>
          </a:xfrm>
        </p:spPr>
        <p:txBody>
          <a:bodyPr anchor="t">
            <a:normAutofit/>
          </a:bodyPr>
          <a:lstStyle>
            <a:lvl1pPr marL="0" indent="0" algn="r">
              <a:buNone/>
              <a:defRPr sz="1400">
                <a:solidFill>
                  <a:schemeClr val="tx1">
                    <a:lumMod val="50000"/>
                    <a:lumOff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5801" y="4106334"/>
            <a:ext cx="10396882" cy="1268252"/>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0DFF9B5-AC92-40F1-8B49-E7CF66152BED}" type="datetimeFigureOut">
              <a:rPr lang="en-IN" smtClean="0"/>
              <a:t>21-10-2026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16E916D-8FA0-4D9E-9084-2E5986328A80}" type="slidenum">
              <a:rPr lang="en-IN" smtClean="0"/>
              <a:t>‹#›</a:t>
            </a:fld>
            <a:endParaRPr lang="en-IN"/>
          </a:p>
        </p:txBody>
      </p:sp>
      <p:sp>
        <p:nvSpPr>
          <p:cNvPr id="13" name="TextBox 12"/>
          <p:cNvSpPr txBox="1"/>
          <p:nvPr/>
        </p:nvSpPr>
        <p:spPr>
          <a:xfrm>
            <a:off x="685801" y="89262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473083" y="292282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4201447457"/>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5800" y="1723854"/>
            <a:ext cx="10394707" cy="2511835"/>
          </a:xfrm>
        </p:spPr>
        <p:txBody>
          <a:bodyPr anchor="b">
            <a:normAutofit/>
          </a:bodyPr>
          <a:lstStyle>
            <a:lvl1pPr algn="l">
              <a:defRPr sz="4800"/>
            </a:lvl1pPr>
          </a:lstStyle>
          <a:p>
            <a:r>
              <a:rPr lang="en-US"/>
              <a:t>Click to edit Master title style</a:t>
            </a:r>
            <a:endParaRPr lang="en-US" dirty="0"/>
          </a:p>
        </p:txBody>
      </p:sp>
      <p:sp>
        <p:nvSpPr>
          <p:cNvPr id="4" name="Text Placeholder 3"/>
          <p:cNvSpPr>
            <a:spLocks noGrp="1"/>
          </p:cNvSpPr>
          <p:nvPr>
            <p:ph type="body" sz="half" idx="2"/>
          </p:nvPr>
        </p:nvSpPr>
        <p:spPr>
          <a:xfrm>
            <a:off x="685800" y="4247468"/>
            <a:ext cx="10394707" cy="1140644"/>
          </a:xfrm>
        </p:spPr>
        <p:txBody>
          <a:bodyPr anchor="t">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0DFF9B5-AC92-40F1-8B49-E7CF66152BED}" type="datetimeFigureOut">
              <a:rPr lang="en-IN" smtClean="0"/>
              <a:t>21-10-2026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3925019005"/>
      </p:ext>
    </p:extLst>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685802" y="685800"/>
            <a:ext cx="10394706" cy="1151965"/>
          </a:xfrm>
        </p:spPr>
        <p:txBody>
          <a:bodyPr/>
          <a:lstStyle>
            <a:lvl1pPr algn="ctr">
              <a:defRPr/>
            </a:lvl1pPr>
          </a:lstStyle>
          <a:p>
            <a:r>
              <a:rPr lang="en-US"/>
              <a:t>Click to edit Master title style</a:t>
            </a:r>
            <a:endParaRPr lang="en-US" dirty="0"/>
          </a:p>
        </p:txBody>
      </p:sp>
      <p:sp>
        <p:nvSpPr>
          <p:cNvPr id="7" name="Text Placeholder 2"/>
          <p:cNvSpPr>
            <a:spLocks noGrp="1"/>
          </p:cNvSpPr>
          <p:nvPr>
            <p:ph type="body" idx="1"/>
          </p:nvPr>
        </p:nvSpPr>
        <p:spPr>
          <a:xfrm>
            <a:off x="685802"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802"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234622"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234621"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770380"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770380"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0DFF9B5-AC92-40F1-8B49-E7CF66152BED}" type="datetimeFigureOut">
              <a:rPr lang="en-IN" smtClean="0"/>
              <a:t>21-10-2026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990768476"/>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685801" y="685800"/>
            <a:ext cx="10396882" cy="1151965"/>
          </a:xfrm>
        </p:spPr>
        <p:txBody>
          <a:bodyPr/>
          <a:lstStyle>
            <a:lvl1pPr algn="ctr">
              <a:defRPr/>
            </a:lvl1pPr>
          </a:lstStyle>
          <a:p>
            <a:r>
              <a:rPr lang="en-US"/>
              <a:t>Click to edit Master title style</a:t>
            </a:r>
            <a:endParaRPr lang="en-US" dirty="0"/>
          </a:p>
        </p:txBody>
      </p:sp>
      <p:sp>
        <p:nvSpPr>
          <p:cNvPr id="19" name="Text Placeholder 2"/>
          <p:cNvSpPr>
            <a:spLocks noGrp="1"/>
          </p:cNvSpPr>
          <p:nvPr>
            <p:ph type="body" idx="1"/>
          </p:nvPr>
        </p:nvSpPr>
        <p:spPr>
          <a:xfrm>
            <a:off x="691840"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5780" y="2063395"/>
            <a:ext cx="3310128" cy="1536725"/>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91840" y="4389287"/>
            <a:ext cx="3310128" cy="98529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237410"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235999" y="2063395"/>
            <a:ext cx="3310128" cy="1535237"/>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235999" y="4389286"/>
            <a:ext cx="3310128" cy="98530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768944"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768819" y="2063394"/>
            <a:ext cx="3310128" cy="1537196"/>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768819" y="4389284"/>
            <a:ext cx="3310128" cy="985302"/>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0DFF9B5-AC92-40F1-8B49-E7CF66152BED}" type="datetimeFigureOut">
              <a:rPr lang="en-IN" smtClean="0"/>
              <a:t>21-10-2026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3699408138"/>
      </p:ext>
    </p:extLst>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r">
              <a:defRPr/>
            </a:lvl1p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685800" y="2063396"/>
            <a:ext cx="10394707" cy="331119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DFF9B5-AC92-40F1-8B49-E7CF66152BED}" type="datetimeFigureOut">
              <a:rPr lang="en-IN" smtClean="0"/>
              <a:t>21-10-2026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2074770271"/>
      </p:ext>
    </p:extLst>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15862" y="685800"/>
            <a:ext cx="2264646" cy="4688785"/>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685800" y="685800"/>
            <a:ext cx="7904431" cy="468878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DFF9B5-AC92-40F1-8B49-E7CF66152BED}" type="datetimeFigureOut">
              <a:rPr lang="en-IN" smtClean="0"/>
              <a:t>21-10-2026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1038936387"/>
      </p:ext>
    </p:extLst>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DFF9B5-AC92-40F1-8B49-E7CF66152BED}" type="datetimeFigureOut">
              <a:rPr lang="en-IN" smtClean="0"/>
              <a:t>21-10-2026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16E916D-8FA0-4D9E-9084-2E5986328A80}" type="slidenum">
              <a:rPr lang="en-IN" smtClean="0"/>
              <a:t>‹#›</a:t>
            </a:fld>
            <a:endParaRPr lang="en-IN"/>
          </a:p>
        </p:txBody>
      </p:sp>
    </p:spTree>
    <p:extLst>
      <p:ext uri="{BB962C8B-B14F-4D97-AF65-F5344CB8AC3E}">
        <p14:creationId xmlns:p14="http://schemas.microsoft.com/office/powerpoint/2010/main" val="37554658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openxmlformats.org/officeDocument/2006/relationships/slideLayout" Target="../slideLayouts/slideLayout31.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slideLayout" Target="../slideLayouts/slideLayout30.xml"/><Relationship Id="rId17" Type="http://schemas.openxmlformats.org/officeDocument/2006/relationships/theme" Target="../theme/theme2.xml"/><Relationship Id="rId2" Type="http://schemas.openxmlformats.org/officeDocument/2006/relationships/slideLayout" Target="../slideLayouts/slideLayout20.xml"/><Relationship Id="rId16" Type="http://schemas.openxmlformats.org/officeDocument/2006/relationships/slideLayout" Target="../slideLayouts/slideLayout34.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5" Type="http://schemas.openxmlformats.org/officeDocument/2006/relationships/slideLayout" Target="../slideLayouts/slideLayout33.xml"/><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 Id="rId14" Type="http://schemas.openxmlformats.org/officeDocument/2006/relationships/slideLayout" Target="../slideLayouts/slideLayout3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2.xml"/><Relationship Id="rId13" Type="http://schemas.openxmlformats.org/officeDocument/2006/relationships/slideLayout" Target="../slideLayouts/slideLayout47.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slideLayout" Target="../slideLayouts/slideLayout46.xml"/><Relationship Id="rId17" Type="http://schemas.openxmlformats.org/officeDocument/2006/relationships/theme" Target="../theme/theme3.xml"/><Relationship Id="rId2" Type="http://schemas.openxmlformats.org/officeDocument/2006/relationships/slideLayout" Target="../slideLayouts/slideLayout36.xml"/><Relationship Id="rId16" Type="http://schemas.openxmlformats.org/officeDocument/2006/relationships/slideLayout" Target="../slideLayouts/slideLayout50.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5" Type="http://schemas.openxmlformats.org/officeDocument/2006/relationships/slideLayout" Target="../slideLayouts/slideLayout4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 Id="rId14" Type="http://schemas.openxmlformats.org/officeDocument/2006/relationships/slideLayout" Target="../slideLayouts/slideLayout48.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8.xml"/><Relationship Id="rId13" Type="http://schemas.openxmlformats.org/officeDocument/2006/relationships/slideLayout" Target="../slideLayouts/slideLayout63.xml"/><Relationship Id="rId18" Type="http://schemas.openxmlformats.org/officeDocument/2006/relationships/theme" Target="../theme/theme4.xml"/><Relationship Id="rId3" Type="http://schemas.openxmlformats.org/officeDocument/2006/relationships/slideLayout" Target="../slideLayouts/slideLayout53.xml"/><Relationship Id="rId7" Type="http://schemas.openxmlformats.org/officeDocument/2006/relationships/slideLayout" Target="../slideLayouts/slideLayout57.xml"/><Relationship Id="rId12" Type="http://schemas.openxmlformats.org/officeDocument/2006/relationships/slideLayout" Target="../slideLayouts/slideLayout62.xml"/><Relationship Id="rId17" Type="http://schemas.openxmlformats.org/officeDocument/2006/relationships/slideLayout" Target="../slideLayouts/slideLayout67.xml"/><Relationship Id="rId2" Type="http://schemas.openxmlformats.org/officeDocument/2006/relationships/slideLayout" Target="../slideLayouts/slideLayout52.xml"/><Relationship Id="rId16" Type="http://schemas.openxmlformats.org/officeDocument/2006/relationships/slideLayout" Target="../slideLayouts/slideLayout66.xml"/><Relationship Id="rId1" Type="http://schemas.openxmlformats.org/officeDocument/2006/relationships/slideLayout" Target="../slideLayouts/slideLayout51.xml"/><Relationship Id="rId6" Type="http://schemas.openxmlformats.org/officeDocument/2006/relationships/slideLayout" Target="../slideLayouts/slideLayout56.xml"/><Relationship Id="rId11" Type="http://schemas.openxmlformats.org/officeDocument/2006/relationships/slideLayout" Target="../slideLayouts/slideLayout61.xml"/><Relationship Id="rId5" Type="http://schemas.openxmlformats.org/officeDocument/2006/relationships/slideLayout" Target="../slideLayouts/slideLayout55.xml"/><Relationship Id="rId15" Type="http://schemas.openxmlformats.org/officeDocument/2006/relationships/slideLayout" Target="../slideLayouts/slideLayout65.xml"/><Relationship Id="rId10" Type="http://schemas.openxmlformats.org/officeDocument/2006/relationships/slideLayout" Target="../slideLayouts/slideLayout60.xml"/><Relationship Id="rId4" Type="http://schemas.openxmlformats.org/officeDocument/2006/relationships/slideLayout" Target="../slideLayouts/slideLayout54.xml"/><Relationship Id="rId9" Type="http://schemas.openxmlformats.org/officeDocument/2006/relationships/slideLayout" Target="../slideLayouts/slideLayout59.xml"/><Relationship Id="rId14" Type="http://schemas.openxmlformats.org/officeDocument/2006/relationships/slideLayout" Target="../slideLayouts/slideLayout6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75.xml"/><Relationship Id="rId13" Type="http://schemas.openxmlformats.org/officeDocument/2006/relationships/image" Target="../media/image5.jpg"/><Relationship Id="rId3" Type="http://schemas.openxmlformats.org/officeDocument/2006/relationships/slideLayout" Target="../slideLayouts/slideLayout70.xml"/><Relationship Id="rId7" Type="http://schemas.openxmlformats.org/officeDocument/2006/relationships/slideLayout" Target="../slideLayouts/slideLayout74.xml"/><Relationship Id="rId12" Type="http://schemas.openxmlformats.org/officeDocument/2006/relationships/theme" Target="../theme/theme5.xml"/><Relationship Id="rId2" Type="http://schemas.openxmlformats.org/officeDocument/2006/relationships/slideLayout" Target="../slideLayouts/slideLayout69.xml"/><Relationship Id="rId1" Type="http://schemas.openxmlformats.org/officeDocument/2006/relationships/slideLayout" Target="../slideLayouts/slideLayout68.xml"/><Relationship Id="rId6" Type="http://schemas.openxmlformats.org/officeDocument/2006/relationships/slideLayout" Target="../slideLayouts/slideLayout73.xml"/><Relationship Id="rId11" Type="http://schemas.openxmlformats.org/officeDocument/2006/relationships/slideLayout" Target="../slideLayouts/slideLayout78.xml"/><Relationship Id="rId5" Type="http://schemas.openxmlformats.org/officeDocument/2006/relationships/slideLayout" Target="../slideLayouts/slideLayout72.xml"/><Relationship Id="rId10" Type="http://schemas.openxmlformats.org/officeDocument/2006/relationships/slideLayout" Target="../slideLayouts/slideLayout77.xml"/><Relationship Id="rId4" Type="http://schemas.openxmlformats.org/officeDocument/2006/relationships/slideLayout" Target="../slideLayouts/slideLayout71.xml"/><Relationship Id="rId9" Type="http://schemas.openxmlformats.org/officeDocument/2006/relationships/slideLayout" Target="../slideLayouts/slideLayout76.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86.xml"/><Relationship Id="rId3" Type="http://schemas.openxmlformats.org/officeDocument/2006/relationships/slideLayout" Target="../slideLayouts/slideLayout81.xml"/><Relationship Id="rId7" Type="http://schemas.openxmlformats.org/officeDocument/2006/relationships/slideLayout" Target="../slideLayouts/slideLayout85.xml"/><Relationship Id="rId12" Type="http://schemas.openxmlformats.org/officeDocument/2006/relationships/theme" Target="../theme/theme6.xml"/><Relationship Id="rId2" Type="http://schemas.openxmlformats.org/officeDocument/2006/relationships/slideLayout" Target="../slideLayouts/slideLayout80.xml"/><Relationship Id="rId1" Type="http://schemas.openxmlformats.org/officeDocument/2006/relationships/slideLayout" Target="../slideLayouts/slideLayout79.xml"/><Relationship Id="rId6" Type="http://schemas.openxmlformats.org/officeDocument/2006/relationships/slideLayout" Target="../slideLayouts/slideLayout84.xml"/><Relationship Id="rId11" Type="http://schemas.openxmlformats.org/officeDocument/2006/relationships/slideLayout" Target="../slideLayouts/slideLayout89.xml"/><Relationship Id="rId5" Type="http://schemas.openxmlformats.org/officeDocument/2006/relationships/slideLayout" Target="../slideLayouts/slideLayout83.xml"/><Relationship Id="rId10" Type="http://schemas.openxmlformats.org/officeDocument/2006/relationships/slideLayout" Target="../slideLayouts/slideLayout88.xml"/><Relationship Id="rId4" Type="http://schemas.openxmlformats.org/officeDocument/2006/relationships/slideLayout" Target="../slideLayouts/slideLayout82.xml"/><Relationship Id="rId9" Type="http://schemas.openxmlformats.org/officeDocument/2006/relationships/slideLayout" Target="../slideLayouts/slideLayout87.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97.xml"/><Relationship Id="rId13" Type="http://schemas.openxmlformats.org/officeDocument/2006/relationships/slideLayout" Target="../slideLayouts/slideLayout102.xml"/><Relationship Id="rId18" Type="http://schemas.openxmlformats.org/officeDocument/2006/relationships/slideLayout" Target="../slideLayouts/slideLayout107.xml"/><Relationship Id="rId3" Type="http://schemas.openxmlformats.org/officeDocument/2006/relationships/slideLayout" Target="../slideLayouts/slideLayout92.xml"/><Relationship Id="rId21" Type="http://schemas.openxmlformats.org/officeDocument/2006/relationships/image" Target="../media/image3.jpg"/><Relationship Id="rId7" Type="http://schemas.openxmlformats.org/officeDocument/2006/relationships/slideLayout" Target="../slideLayouts/slideLayout96.xml"/><Relationship Id="rId12" Type="http://schemas.openxmlformats.org/officeDocument/2006/relationships/slideLayout" Target="../slideLayouts/slideLayout101.xml"/><Relationship Id="rId17" Type="http://schemas.openxmlformats.org/officeDocument/2006/relationships/slideLayout" Target="../slideLayouts/slideLayout106.xml"/><Relationship Id="rId2" Type="http://schemas.openxmlformats.org/officeDocument/2006/relationships/slideLayout" Target="../slideLayouts/slideLayout91.xml"/><Relationship Id="rId16" Type="http://schemas.openxmlformats.org/officeDocument/2006/relationships/slideLayout" Target="../slideLayouts/slideLayout105.xml"/><Relationship Id="rId20" Type="http://schemas.openxmlformats.org/officeDocument/2006/relationships/theme" Target="../theme/theme7.xml"/><Relationship Id="rId1" Type="http://schemas.openxmlformats.org/officeDocument/2006/relationships/slideLayout" Target="../slideLayouts/slideLayout90.xml"/><Relationship Id="rId6" Type="http://schemas.openxmlformats.org/officeDocument/2006/relationships/slideLayout" Target="../slideLayouts/slideLayout95.xml"/><Relationship Id="rId11" Type="http://schemas.openxmlformats.org/officeDocument/2006/relationships/slideLayout" Target="../slideLayouts/slideLayout100.xml"/><Relationship Id="rId5" Type="http://schemas.openxmlformats.org/officeDocument/2006/relationships/slideLayout" Target="../slideLayouts/slideLayout94.xml"/><Relationship Id="rId15" Type="http://schemas.openxmlformats.org/officeDocument/2006/relationships/slideLayout" Target="../slideLayouts/slideLayout104.xml"/><Relationship Id="rId10" Type="http://schemas.openxmlformats.org/officeDocument/2006/relationships/slideLayout" Target="../slideLayouts/slideLayout99.xml"/><Relationship Id="rId19" Type="http://schemas.openxmlformats.org/officeDocument/2006/relationships/slideLayout" Target="../slideLayouts/slideLayout108.xml"/><Relationship Id="rId4" Type="http://schemas.openxmlformats.org/officeDocument/2006/relationships/slideLayout" Target="../slideLayouts/slideLayout93.xml"/><Relationship Id="rId9" Type="http://schemas.openxmlformats.org/officeDocument/2006/relationships/slideLayout" Target="../slideLayouts/slideLayout98.xml"/><Relationship Id="rId14" Type="http://schemas.openxmlformats.org/officeDocument/2006/relationships/slideLayout" Target="../slideLayouts/slideLayout103.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116.xml"/><Relationship Id="rId13" Type="http://schemas.openxmlformats.org/officeDocument/2006/relationships/slideLayout" Target="../slideLayouts/slideLayout121.xml"/><Relationship Id="rId18" Type="http://schemas.openxmlformats.org/officeDocument/2006/relationships/theme" Target="../theme/theme8.xml"/><Relationship Id="rId3" Type="http://schemas.openxmlformats.org/officeDocument/2006/relationships/slideLayout" Target="../slideLayouts/slideLayout111.xml"/><Relationship Id="rId7" Type="http://schemas.openxmlformats.org/officeDocument/2006/relationships/slideLayout" Target="../slideLayouts/slideLayout115.xml"/><Relationship Id="rId12" Type="http://schemas.openxmlformats.org/officeDocument/2006/relationships/slideLayout" Target="../slideLayouts/slideLayout120.xml"/><Relationship Id="rId17" Type="http://schemas.openxmlformats.org/officeDocument/2006/relationships/slideLayout" Target="../slideLayouts/slideLayout125.xml"/><Relationship Id="rId2" Type="http://schemas.openxmlformats.org/officeDocument/2006/relationships/slideLayout" Target="../slideLayouts/slideLayout110.xml"/><Relationship Id="rId16" Type="http://schemas.openxmlformats.org/officeDocument/2006/relationships/slideLayout" Target="../slideLayouts/slideLayout124.xml"/><Relationship Id="rId1" Type="http://schemas.openxmlformats.org/officeDocument/2006/relationships/slideLayout" Target="../slideLayouts/slideLayout109.xml"/><Relationship Id="rId6" Type="http://schemas.openxmlformats.org/officeDocument/2006/relationships/slideLayout" Target="../slideLayouts/slideLayout114.xml"/><Relationship Id="rId11" Type="http://schemas.openxmlformats.org/officeDocument/2006/relationships/slideLayout" Target="../slideLayouts/slideLayout119.xml"/><Relationship Id="rId5" Type="http://schemas.openxmlformats.org/officeDocument/2006/relationships/slideLayout" Target="../slideLayouts/slideLayout113.xml"/><Relationship Id="rId15" Type="http://schemas.openxmlformats.org/officeDocument/2006/relationships/slideLayout" Target="../slideLayouts/slideLayout123.xml"/><Relationship Id="rId10" Type="http://schemas.openxmlformats.org/officeDocument/2006/relationships/slideLayout" Target="../slideLayouts/slideLayout118.xml"/><Relationship Id="rId19" Type="http://schemas.openxmlformats.org/officeDocument/2006/relationships/image" Target="../media/image7.png"/><Relationship Id="rId4" Type="http://schemas.openxmlformats.org/officeDocument/2006/relationships/slideLayout" Target="../slideLayouts/slideLayout112.xml"/><Relationship Id="rId9" Type="http://schemas.openxmlformats.org/officeDocument/2006/relationships/slideLayout" Target="../slideLayouts/slideLayout117.xml"/><Relationship Id="rId14" Type="http://schemas.openxmlformats.org/officeDocument/2006/relationships/slideLayout" Target="../slideLayouts/slideLayout122.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33.xml"/><Relationship Id="rId13" Type="http://schemas.openxmlformats.org/officeDocument/2006/relationships/image" Target="../media/image8.jpg"/><Relationship Id="rId3" Type="http://schemas.openxmlformats.org/officeDocument/2006/relationships/slideLayout" Target="../slideLayouts/slideLayout128.xml"/><Relationship Id="rId7" Type="http://schemas.openxmlformats.org/officeDocument/2006/relationships/slideLayout" Target="../slideLayouts/slideLayout132.xml"/><Relationship Id="rId12" Type="http://schemas.openxmlformats.org/officeDocument/2006/relationships/theme" Target="../theme/theme9.xml"/><Relationship Id="rId2" Type="http://schemas.openxmlformats.org/officeDocument/2006/relationships/slideLayout" Target="../slideLayouts/slideLayout127.xml"/><Relationship Id="rId1" Type="http://schemas.openxmlformats.org/officeDocument/2006/relationships/slideLayout" Target="../slideLayouts/slideLayout126.xml"/><Relationship Id="rId6" Type="http://schemas.openxmlformats.org/officeDocument/2006/relationships/slideLayout" Target="../slideLayouts/slideLayout131.xml"/><Relationship Id="rId11" Type="http://schemas.openxmlformats.org/officeDocument/2006/relationships/slideLayout" Target="../slideLayouts/slideLayout136.xml"/><Relationship Id="rId5" Type="http://schemas.openxmlformats.org/officeDocument/2006/relationships/slideLayout" Target="../slideLayouts/slideLayout130.xml"/><Relationship Id="rId10" Type="http://schemas.openxmlformats.org/officeDocument/2006/relationships/slideLayout" Target="../slideLayouts/slideLayout135.xml"/><Relationship Id="rId4" Type="http://schemas.openxmlformats.org/officeDocument/2006/relationships/slideLayout" Target="../slideLayouts/slideLayout129.xml"/><Relationship Id="rId9" Type="http://schemas.openxmlformats.org/officeDocument/2006/relationships/slideLayout" Target="../slideLayouts/slideLayout134.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44.xml"/><Relationship Id="rId13" Type="http://schemas.openxmlformats.org/officeDocument/2006/relationships/slideLayout" Target="../slideLayouts/slideLayout149.xml"/><Relationship Id="rId3" Type="http://schemas.openxmlformats.org/officeDocument/2006/relationships/slideLayout" Target="../slideLayouts/slideLayout139.xml"/><Relationship Id="rId7" Type="http://schemas.openxmlformats.org/officeDocument/2006/relationships/slideLayout" Target="../slideLayouts/slideLayout143.xml"/><Relationship Id="rId12" Type="http://schemas.openxmlformats.org/officeDocument/2006/relationships/slideLayout" Target="../slideLayouts/slideLayout148.xml"/><Relationship Id="rId17" Type="http://schemas.openxmlformats.org/officeDocument/2006/relationships/theme" Target="../theme/theme10.xml"/><Relationship Id="rId2" Type="http://schemas.openxmlformats.org/officeDocument/2006/relationships/slideLayout" Target="../slideLayouts/slideLayout138.xml"/><Relationship Id="rId16" Type="http://schemas.openxmlformats.org/officeDocument/2006/relationships/slideLayout" Target="../slideLayouts/slideLayout152.xml"/><Relationship Id="rId1" Type="http://schemas.openxmlformats.org/officeDocument/2006/relationships/slideLayout" Target="../slideLayouts/slideLayout137.xml"/><Relationship Id="rId6" Type="http://schemas.openxmlformats.org/officeDocument/2006/relationships/slideLayout" Target="../slideLayouts/slideLayout142.xml"/><Relationship Id="rId11" Type="http://schemas.openxmlformats.org/officeDocument/2006/relationships/slideLayout" Target="../slideLayouts/slideLayout147.xml"/><Relationship Id="rId5" Type="http://schemas.openxmlformats.org/officeDocument/2006/relationships/slideLayout" Target="../slideLayouts/slideLayout141.xml"/><Relationship Id="rId15" Type="http://schemas.openxmlformats.org/officeDocument/2006/relationships/slideLayout" Target="../slideLayouts/slideLayout151.xml"/><Relationship Id="rId10" Type="http://schemas.openxmlformats.org/officeDocument/2006/relationships/slideLayout" Target="../slideLayouts/slideLayout146.xml"/><Relationship Id="rId4" Type="http://schemas.openxmlformats.org/officeDocument/2006/relationships/slideLayout" Target="../slideLayouts/slideLayout140.xml"/><Relationship Id="rId9" Type="http://schemas.openxmlformats.org/officeDocument/2006/relationships/slideLayout" Target="../slideLayouts/slideLayout145.xml"/><Relationship Id="rId14" Type="http://schemas.openxmlformats.org/officeDocument/2006/relationships/slideLayout" Target="../slideLayouts/slideLayout150.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160.xml"/><Relationship Id="rId13" Type="http://schemas.openxmlformats.org/officeDocument/2006/relationships/slideLayout" Target="../slideLayouts/slideLayout165.xml"/><Relationship Id="rId18" Type="http://schemas.openxmlformats.org/officeDocument/2006/relationships/theme" Target="../theme/theme11.xml"/><Relationship Id="rId3" Type="http://schemas.openxmlformats.org/officeDocument/2006/relationships/slideLayout" Target="../slideLayouts/slideLayout155.xml"/><Relationship Id="rId7" Type="http://schemas.openxmlformats.org/officeDocument/2006/relationships/slideLayout" Target="../slideLayouts/slideLayout159.xml"/><Relationship Id="rId12" Type="http://schemas.openxmlformats.org/officeDocument/2006/relationships/slideLayout" Target="../slideLayouts/slideLayout164.xml"/><Relationship Id="rId17" Type="http://schemas.openxmlformats.org/officeDocument/2006/relationships/slideLayout" Target="../slideLayouts/slideLayout169.xml"/><Relationship Id="rId2" Type="http://schemas.openxmlformats.org/officeDocument/2006/relationships/slideLayout" Target="../slideLayouts/slideLayout154.xml"/><Relationship Id="rId16" Type="http://schemas.openxmlformats.org/officeDocument/2006/relationships/slideLayout" Target="../slideLayouts/slideLayout168.xml"/><Relationship Id="rId1" Type="http://schemas.openxmlformats.org/officeDocument/2006/relationships/slideLayout" Target="../slideLayouts/slideLayout153.xml"/><Relationship Id="rId6" Type="http://schemas.openxmlformats.org/officeDocument/2006/relationships/slideLayout" Target="../slideLayouts/slideLayout158.xml"/><Relationship Id="rId11" Type="http://schemas.openxmlformats.org/officeDocument/2006/relationships/slideLayout" Target="../slideLayouts/slideLayout163.xml"/><Relationship Id="rId5" Type="http://schemas.openxmlformats.org/officeDocument/2006/relationships/slideLayout" Target="../slideLayouts/slideLayout157.xml"/><Relationship Id="rId15" Type="http://schemas.openxmlformats.org/officeDocument/2006/relationships/slideLayout" Target="../slideLayouts/slideLayout167.xml"/><Relationship Id="rId10" Type="http://schemas.openxmlformats.org/officeDocument/2006/relationships/slideLayout" Target="../slideLayouts/slideLayout162.xml"/><Relationship Id="rId19" Type="http://schemas.openxmlformats.org/officeDocument/2006/relationships/image" Target="../media/image3.jpg"/><Relationship Id="rId4" Type="http://schemas.openxmlformats.org/officeDocument/2006/relationships/slideLayout" Target="../slideLayouts/slideLayout156.xml"/><Relationship Id="rId9" Type="http://schemas.openxmlformats.org/officeDocument/2006/relationships/slideLayout" Target="../slideLayouts/slideLayout161.xml"/><Relationship Id="rId14" Type="http://schemas.openxmlformats.org/officeDocument/2006/relationships/slideLayout" Target="../slideLayouts/slideLayout166.xml"/></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177.xml"/><Relationship Id="rId13" Type="http://schemas.openxmlformats.org/officeDocument/2006/relationships/slideLayout" Target="../slideLayouts/slideLayout182.xml"/><Relationship Id="rId3" Type="http://schemas.openxmlformats.org/officeDocument/2006/relationships/slideLayout" Target="../slideLayouts/slideLayout172.xml"/><Relationship Id="rId7" Type="http://schemas.openxmlformats.org/officeDocument/2006/relationships/slideLayout" Target="../slideLayouts/slideLayout176.xml"/><Relationship Id="rId12" Type="http://schemas.openxmlformats.org/officeDocument/2006/relationships/slideLayout" Target="../slideLayouts/slideLayout181.xml"/><Relationship Id="rId17" Type="http://schemas.openxmlformats.org/officeDocument/2006/relationships/theme" Target="../theme/theme12.xml"/><Relationship Id="rId2" Type="http://schemas.openxmlformats.org/officeDocument/2006/relationships/slideLayout" Target="../slideLayouts/slideLayout171.xml"/><Relationship Id="rId16" Type="http://schemas.openxmlformats.org/officeDocument/2006/relationships/slideLayout" Target="../slideLayouts/slideLayout185.xml"/><Relationship Id="rId1" Type="http://schemas.openxmlformats.org/officeDocument/2006/relationships/slideLayout" Target="../slideLayouts/slideLayout170.xml"/><Relationship Id="rId6" Type="http://schemas.openxmlformats.org/officeDocument/2006/relationships/slideLayout" Target="../slideLayouts/slideLayout175.xml"/><Relationship Id="rId11" Type="http://schemas.openxmlformats.org/officeDocument/2006/relationships/slideLayout" Target="../slideLayouts/slideLayout180.xml"/><Relationship Id="rId5" Type="http://schemas.openxmlformats.org/officeDocument/2006/relationships/slideLayout" Target="../slideLayouts/slideLayout174.xml"/><Relationship Id="rId15" Type="http://schemas.openxmlformats.org/officeDocument/2006/relationships/slideLayout" Target="../slideLayouts/slideLayout184.xml"/><Relationship Id="rId10" Type="http://schemas.openxmlformats.org/officeDocument/2006/relationships/slideLayout" Target="../slideLayouts/slideLayout179.xml"/><Relationship Id="rId4" Type="http://schemas.openxmlformats.org/officeDocument/2006/relationships/slideLayout" Target="../slideLayouts/slideLayout173.xml"/><Relationship Id="rId9" Type="http://schemas.openxmlformats.org/officeDocument/2006/relationships/slideLayout" Target="../slideLayouts/slideLayout178.xml"/><Relationship Id="rId14" Type="http://schemas.openxmlformats.org/officeDocument/2006/relationships/slideLayout" Target="../slideLayouts/slideLayout183.xml"/></Relationships>
</file>

<file path=ppt/slideMasters/_rels/slideMaster13.xml.rels><?xml version="1.0" encoding="UTF-8" standalone="yes"?>
<Relationships xmlns="http://schemas.openxmlformats.org/package/2006/relationships"><Relationship Id="rId8" Type="http://schemas.openxmlformats.org/officeDocument/2006/relationships/slideLayout" Target="../slideLayouts/slideLayout193.xml"/><Relationship Id="rId13" Type="http://schemas.openxmlformats.org/officeDocument/2006/relationships/slideLayout" Target="../slideLayouts/slideLayout198.xml"/><Relationship Id="rId18" Type="http://schemas.openxmlformats.org/officeDocument/2006/relationships/slideLayout" Target="../slideLayouts/slideLayout203.xml"/><Relationship Id="rId3" Type="http://schemas.openxmlformats.org/officeDocument/2006/relationships/slideLayout" Target="../slideLayouts/slideLayout188.xml"/><Relationship Id="rId7" Type="http://schemas.openxmlformats.org/officeDocument/2006/relationships/slideLayout" Target="../slideLayouts/slideLayout192.xml"/><Relationship Id="rId12" Type="http://schemas.openxmlformats.org/officeDocument/2006/relationships/slideLayout" Target="../slideLayouts/slideLayout197.xml"/><Relationship Id="rId17" Type="http://schemas.openxmlformats.org/officeDocument/2006/relationships/slideLayout" Target="../slideLayouts/slideLayout202.xml"/><Relationship Id="rId2" Type="http://schemas.openxmlformats.org/officeDocument/2006/relationships/slideLayout" Target="../slideLayouts/slideLayout187.xml"/><Relationship Id="rId16" Type="http://schemas.openxmlformats.org/officeDocument/2006/relationships/slideLayout" Target="../slideLayouts/slideLayout201.xml"/><Relationship Id="rId20" Type="http://schemas.openxmlformats.org/officeDocument/2006/relationships/image" Target="../media/image3.jpg"/><Relationship Id="rId1" Type="http://schemas.openxmlformats.org/officeDocument/2006/relationships/slideLayout" Target="../slideLayouts/slideLayout186.xml"/><Relationship Id="rId6" Type="http://schemas.openxmlformats.org/officeDocument/2006/relationships/slideLayout" Target="../slideLayouts/slideLayout191.xml"/><Relationship Id="rId11" Type="http://schemas.openxmlformats.org/officeDocument/2006/relationships/slideLayout" Target="../slideLayouts/slideLayout196.xml"/><Relationship Id="rId5" Type="http://schemas.openxmlformats.org/officeDocument/2006/relationships/slideLayout" Target="../slideLayouts/slideLayout190.xml"/><Relationship Id="rId15" Type="http://schemas.openxmlformats.org/officeDocument/2006/relationships/slideLayout" Target="../slideLayouts/slideLayout200.xml"/><Relationship Id="rId10" Type="http://schemas.openxmlformats.org/officeDocument/2006/relationships/slideLayout" Target="../slideLayouts/slideLayout195.xml"/><Relationship Id="rId19" Type="http://schemas.openxmlformats.org/officeDocument/2006/relationships/theme" Target="../theme/theme13.xml"/><Relationship Id="rId4" Type="http://schemas.openxmlformats.org/officeDocument/2006/relationships/slideLayout" Target="../slideLayouts/slideLayout189.xml"/><Relationship Id="rId9" Type="http://schemas.openxmlformats.org/officeDocument/2006/relationships/slideLayout" Target="../slideLayouts/slideLayout194.xml"/><Relationship Id="rId14" Type="http://schemas.openxmlformats.org/officeDocument/2006/relationships/slideLayout" Target="../slideLayouts/slideLayout19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10" name="Group 9"/>
          <p:cNvGrpSpPr/>
          <p:nvPr/>
        </p:nvGrpSpPr>
        <p:grpSpPr>
          <a:xfrm>
            <a:off x="-25397" y="0"/>
            <a:ext cx="12005350" cy="6644081"/>
            <a:chOff x="-25397" y="0"/>
            <a:chExt cx="12005350" cy="6644081"/>
          </a:xfrm>
        </p:grpSpPr>
        <p:sp useBgFill="1">
          <p:nvSpPr>
            <p:cNvPr id="11" name="Rectangle 10"/>
            <p:cNvSpPr/>
            <p:nvPr/>
          </p:nvSpPr>
          <p:spPr>
            <a:xfrm>
              <a:off x="1" y="0"/>
              <a:ext cx="11979952" cy="6644081"/>
            </a:xfrm>
            <a:prstGeom prst="rect">
              <a:avLst/>
            </a:prstGeom>
            <a:ln>
              <a:noFill/>
            </a:ln>
            <a:effectLst>
              <a:outerShdw blurRad="98425" dist="76200" dir="4380000" algn="tl" rotWithShape="0">
                <a:srgbClr val="000000">
                  <a:alpha val="68000"/>
                </a:srgbClr>
              </a:outerShdw>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25397" y="0"/>
              <a:ext cx="11773291" cy="6419514"/>
            </a:xfrm>
            <a:custGeom>
              <a:avLst/>
              <a:gdLst/>
              <a:ahLst/>
              <a:cxnLst/>
              <a:rect l="l" t="t" r="r" b="b"/>
              <a:pathLst>
                <a:path w="11773291" h="6419514">
                  <a:moveTo>
                    <a:pt x="11750059" y="0"/>
                  </a:moveTo>
                  <a:lnTo>
                    <a:pt x="11773291" y="6419514"/>
                  </a:lnTo>
                  <a:lnTo>
                    <a:pt x="0" y="6411047"/>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sp>
          <p:nvSpPr>
            <p:cNvPr id="13" name="Rectangle 12"/>
            <p:cNvSpPr/>
            <p:nvPr/>
          </p:nvSpPr>
          <p:spPr>
            <a:xfrm>
              <a:off x="1" y="5600215"/>
              <a:ext cx="11706512" cy="780581"/>
            </a:xfrm>
            <a:prstGeom prst="rect">
              <a:avLst/>
            </a:pr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85801" y="685800"/>
            <a:ext cx="10396882" cy="115196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063396"/>
            <a:ext cx="10396883" cy="3311189"/>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98083" y="5757334"/>
            <a:ext cx="3784600" cy="498470"/>
          </a:xfrm>
          <a:prstGeom prst="rect">
            <a:avLst/>
          </a:prstGeom>
        </p:spPr>
        <p:txBody>
          <a:bodyPr vert="horz" lIns="91440" tIns="45720" rIns="91440" bIns="45720" rtlCol="0" anchor="ctr"/>
          <a:lstStyle>
            <a:lvl1pPr algn="r">
              <a:defRPr sz="3200" cap="all" baseline="0">
                <a:solidFill>
                  <a:schemeClr val="accent1">
                    <a:lumMod val="50000"/>
                  </a:schemeClr>
                </a:solidFill>
              </a:defRPr>
            </a:lvl1pPr>
          </a:lstStyle>
          <a:p>
            <a:fld id="{30DFF9B5-AC92-40F1-8B49-E7CF66152BED}" type="datetimeFigureOut">
              <a:rPr lang="en-IN" smtClean="0"/>
              <a:t>21-10-2026</a:t>
            </a:fld>
            <a:endParaRPr lang="en-IN"/>
          </a:p>
        </p:txBody>
      </p:sp>
      <p:sp>
        <p:nvSpPr>
          <p:cNvPr id="5" name="Footer Placeholder 4"/>
          <p:cNvSpPr>
            <a:spLocks noGrp="1"/>
          </p:cNvSpPr>
          <p:nvPr>
            <p:ph type="ftr" sz="quarter" idx="3"/>
          </p:nvPr>
        </p:nvSpPr>
        <p:spPr>
          <a:xfrm>
            <a:off x="685801" y="5757334"/>
            <a:ext cx="5499719" cy="498470"/>
          </a:xfrm>
          <a:prstGeom prst="rect">
            <a:avLst/>
          </a:prstGeom>
        </p:spPr>
        <p:txBody>
          <a:bodyPr vert="horz" lIns="91440" tIns="45720" rIns="91440" bIns="45720" rtlCol="0" anchor="ctr"/>
          <a:lstStyle>
            <a:lvl1pPr algn="l">
              <a:defRPr sz="3200" cap="all" baseline="0">
                <a:solidFill>
                  <a:schemeClr val="accent1">
                    <a:lumMod val="50000"/>
                  </a:schemeClr>
                </a:solidFill>
              </a:defRPr>
            </a:lvl1pPr>
          </a:lstStyle>
          <a:p>
            <a:endParaRPr lang="en-IN"/>
          </a:p>
        </p:txBody>
      </p:sp>
      <p:sp>
        <p:nvSpPr>
          <p:cNvPr id="6" name="Slide Number Placeholder 5"/>
          <p:cNvSpPr>
            <a:spLocks noGrp="1"/>
          </p:cNvSpPr>
          <p:nvPr>
            <p:ph type="sldNum" sz="quarter" idx="4"/>
          </p:nvPr>
        </p:nvSpPr>
        <p:spPr>
          <a:xfrm>
            <a:off x="6287121" y="5757334"/>
            <a:ext cx="907186" cy="498470"/>
          </a:xfrm>
          <a:prstGeom prst="rect">
            <a:avLst/>
          </a:prstGeom>
        </p:spPr>
        <p:txBody>
          <a:bodyPr vert="horz" lIns="91440" tIns="45720" rIns="91440" bIns="45720" rtlCol="0" anchor="ctr"/>
          <a:lstStyle>
            <a:lvl1pPr algn="ctr">
              <a:defRPr sz="3200" cap="all" baseline="0">
                <a:solidFill>
                  <a:schemeClr val="accent1">
                    <a:lumMod val="50000"/>
                  </a:schemeClr>
                </a:solidFill>
              </a:defRPr>
            </a:lvl1pPr>
          </a:lstStyle>
          <a:p>
            <a:fld id="{C16E916D-8FA0-4D9E-9084-2E5986328A80}" type="slidenum">
              <a:rPr lang="en-IN" smtClean="0"/>
              <a:t>‹#›</a:t>
            </a:fld>
            <a:endParaRPr lang="en-IN"/>
          </a:p>
        </p:txBody>
      </p:sp>
    </p:spTree>
    <p:extLst>
      <p:ext uri="{BB962C8B-B14F-4D97-AF65-F5344CB8AC3E}">
        <p14:creationId xmlns:p14="http://schemas.microsoft.com/office/powerpoint/2010/main" val="2927011935"/>
      </p:ext>
    </p:extLst>
  </p:cSld>
  <p:clrMap bg1="lt1" tx1="dk1" bg2="lt2" tx2="dk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7" r:id="rId6"/>
    <p:sldLayoutId id="2147483738" r:id="rId7"/>
    <p:sldLayoutId id="2147483739" r:id="rId8"/>
    <p:sldLayoutId id="2147483740" r:id="rId9"/>
    <p:sldLayoutId id="2147483741" r:id="rId10"/>
    <p:sldLayoutId id="2147483742" r:id="rId11"/>
    <p:sldLayoutId id="2147483743" r:id="rId12"/>
    <p:sldLayoutId id="2147483744" r:id="rId13"/>
    <p:sldLayoutId id="2147483745" r:id="rId14"/>
    <p:sldLayoutId id="2147483746" r:id="rId15"/>
    <p:sldLayoutId id="2147483747" r:id="rId16"/>
    <p:sldLayoutId id="2147483748" r:id="rId17"/>
    <p:sldLayoutId id="2147483749" r:id="rId18"/>
  </p:sldLayoutIdLst>
  <p:txStyles>
    <p:titleStyle>
      <a:lvl1pPr algn="l" defTabSz="914400" rtl="0" eaLnBrk="1" latinLnBrk="0" hangingPunct="1">
        <a:lnSpc>
          <a:spcPct val="90000"/>
        </a:lnSpc>
        <a:spcBef>
          <a:spcPct val="0"/>
        </a:spcBef>
        <a:buNone/>
        <a:defRPr sz="5400" kern="1200" cap="all" baseline="0">
          <a:solidFill>
            <a:schemeClr val="accent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60000"/>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30DFF9B5-AC92-40F1-8B49-E7CF66152BED}" type="datetimeFigureOut">
              <a:rPr lang="en-IN" smtClean="0"/>
              <a:t>21-10-2026</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C16E916D-8FA0-4D9E-9084-2E5986328A80}" type="slidenum">
              <a:rPr lang="en-IN" smtClean="0"/>
              <a:t>‹#›</a:t>
            </a:fld>
            <a:endParaRPr lang="en-IN"/>
          </a:p>
        </p:txBody>
      </p:sp>
    </p:spTree>
    <p:extLst>
      <p:ext uri="{BB962C8B-B14F-4D97-AF65-F5344CB8AC3E}">
        <p14:creationId xmlns:p14="http://schemas.microsoft.com/office/powerpoint/2010/main" val="4113010542"/>
      </p:ext>
    </p:extLst>
  </p:cSld>
  <p:clrMap bg1="lt1" tx1="dk1" bg2="lt2" tx2="dk2" accent1="accent1" accent2="accent2" accent3="accent3" accent4="accent4" accent5="accent5" accent6="accent6" hlink="hlink" folHlink="folHlink"/>
  <p:sldLayoutIdLst>
    <p:sldLayoutId id="2147483828" r:id="rId1"/>
    <p:sldLayoutId id="2147483829" r:id="rId2"/>
    <p:sldLayoutId id="2147483830" r:id="rId3"/>
    <p:sldLayoutId id="2147483831" r:id="rId4"/>
    <p:sldLayoutId id="2147483832" r:id="rId5"/>
    <p:sldLayoutId id="2147483833" r:id="rId6"/>
    <p:sldLayoutId id="2147483834" r:id="rId7"/>
    <p:sldLayoutId id="2147483835" r:id="rId8"/>
    <p:sldLayoutId id="2147483836" r:id="rId9"/>
    <p:sldLayoutId id="2147483837" r:id="rId10"/>
    <p:sldLayoutId id="2147483838" r:id="rId11"/>
    <p:sldLayoutId id="2147483839" r:id="rId12"/>
    <p:sldLayoutId id="2147483840" r:id="rId13"/>
    <p:sldLayoutId id="2147483841" r:id="rId14"/>
    <p:sldLayoutId id="2147483842" r:id="rId15"/>
    <p:sldLayoutId id="2147483843"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9" name="Group 28"/>
          <p:cNvGrpSpPr/>
          <p:nvPr/>
        </p:nvGrpSpPr>
        <p:grpSpPr>
          <a:xfrm>
            <a:off x="0" y="-8467"/>
            <a:ext cx="12192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0" y="4013200"/>
              <a:ext cx="448733" cy="2844800"/>
            </a:xfrm>
            <a:prstGeom prst="triangle">
              <a:avLst>
                <a:gd name="adj" fmla="val 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30DFF9B5-AC92-40F1-8B49-E7CF66152BED}" type="datetimeFigureOut">
              <a:rPr lang="en-IN" smtClean="0"/>
              <a:t>21-10-2026</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lumMod val="75000"/>
                  </a:schemeClr>
                </a:solidFill>
              </a:defRPr>
            </a:lvl1pPr>
          </a:lstStyle>
          <a:p>
            <a:fld id="{C16E916D-8FA0-4D9E-9084-2E5986328A80}" type="slidenum">
              <a:rPr lang="en-IN" smtClean="0"/>
              <a:t>‹#›</a:t>
            </a:fld>
            <a:endParaRPr lang="en-IN"/>
          </a:p>
        </p:txBody>
      </p:sp>
    </p:spTree>
    <p:extLst>
      <p:ext uri="{BB962C8B-B14F-4D97-AF65-F5344CB8AC3E}">
        <p14:creationId xmlns:p14="http://schemas.microsoft.com/office/powerpoint/2010/main" val="1819271988"/>
      </p:ext>
    </p:extLst>
  </p:cSld>
  <p:clrMap bg1="lt1" tx1="dk1" bg2="lt2" tx2="dk2" accent1="accent1" accent2="accent2" accent3="accent3" accent4="accent4" accent5="accent5" accent6="accent6" hlink="hlink" folHlink="folHlink"/>
  <p:sldLayoutIdLst>
    <p:sldLayoutId id="2147483845" r:id="rId1"/>
    <p:sldLayoutId id="2147483846" r:id="rId2"/>
    <p:sldLayoutId id="2147483847" r:id="rId3"/>
    <p:sldLayoutId id="2147483848" r:id="rId4"/>
    <p:sldLayoutId id="2147483849" r:id="rId5"/>
    <p:sldLayoutId id="2147483850" r:id="rId6"/>
    <p:sldLayoutId id="2147483851" r:id="rId7"/>
    <p:sldLayoutId id="2147483852" r:id="rId8"/>
    <p:sldLayoutId id="2147483853" r:id="rId9"/>
    <p:sldLayoutId id="2147483854" r:id="rId10"/>
    <p:sldLayoutId id="2147483855" r:id="rId11"/>
    <p:sldLayoutId id="2147483856" r:id="rId12"/>
    <p:sldLayoutId id="2147483857" r:id="rId13"/>
    <p:sldLayoutId id="2147483858" r:id="rId14"/>
    <p:sldLayoutId id="2147483859" r:id="rId15"/>
    <p:sldLayoutId id="2147483860" r:id="rId16"/>
  </p:sldLayoutIdLst>
  <p:txStyles>
    <p:titleStyle>
      <a:lvl1pPr algn="l" defTabSz="457200" rtl="0" eaLnBrk="1" latinLnBrk="0" hangingPunct="1">
        <a:spcBef>
          <a:spcPct val="0"/>
        </a:spcBef>
        <a:buNone/>
        <a:defRPr sz="3600" kern="1200">
          <a:solidFill>
            <a:schemeClr val="accent1">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lumMod val="75000"/>
          </a:schemeClr>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lumMod val="75000"/>
          </a:schemeClr>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30DFF9B5-AC92-40F1-8B49-E7CF66152BED}" type="datetimeFigureOut">
              <a:rPr lang="en-IN" smtClean="0"/>
              <a:t>21-10-2026</a:t>
            </a:fld>
            <a:endParaRPr lang="en-IN"/>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16E916D-8FA0-4D9E-9084-2E5986328A80}" type="slidenum">
              <a:rPr lang="en-IN" smtClean="0"/>
              <a:t>‹#›</a:t>
            </a:fld>
            <a:endParaRPr lang="en-IN"/>
          </a:p>
        </p:txBody>
      </p:sp>
    </p:spTree>
    <p:extLst>
      <p:ext uri="{BB962C8B-B14F-4D97-AF65-F5344CB8AC3E}">
        <p14:creationId xmlns:p14="http://schemas.microsoft.com/office/powerpoint/2010/main" val="4060783373"/>
      </p:ext>
    </p:extLst>
  </p:cSld>
  <p:clrMap bg1="lt1" tx1="dk1" bg2="lt2" tx2="dk2" accent1="accent1" accent2="accent2" accent3="accent3" accent4="accent4" accent5="accent5" accent6="accent6" hlink="hlink" folHlink="folHlink"/>
  <p:sldLayoutIdLst>
    <p:sldLayoutId id="2147483862" r:id="rId1"/>
    <p:sldLayoutId id="2147483863" r:id="rId2"/>
    <p:sldLayoutId id="2147483864" r:id="rId3"/>
    <p:sldLayoutId id="2147483865" r:id="rId4"/>
    <p:sldLayoutId id="2147483866" r:id="rId5"/>
    <p:sldLayoutId id="2147483867" r:id="rId6"/>
    <p:sldLayoutId id="2147483868" r:id="rId7"/>
    <p:sldLayoutId id="2147483869" r:id="rId8"/>
    <p:sldLayoutId id="2147483870" r:id="rId9"/>
    <p:sldLayoutId id="2147483871" r:id="rId10"/>
    <p:sldLayoutId id="2147483872" r:id="rId11"/>
    <p:sldLayoutId id="2147483873" r:id="rId12"/>
    <p:sldLayoutId id="2147483874" r:id="rId13"/>
    <p:sldLayoutId id="2147483875" r:id="rId14"/>
    <p:sldLayoutId id="2147483876" r:id="rId15"/>
    <p:sldLayoutId id="2147483877" r:id="rId16"/>
    <p:sldLayoutId id="2147483878"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9" name="Rectangle 8"/>
          <p:cNvSpPr/>
          <p:nvPr/>
        </p:nvSpPr>
        <p:spPr>
          <a:xfrm>
            <a:off x="0" y="2015732"/>
            <a:ext cx="12192000" cy="4118829"/>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srcRect t="2769" b="-2769"/>
          <a:stretch/>
        </p:blipFill>
        <p:spPr>
          <a:xfrm>
            <a:off x="0" y="6135624"/>
            <a:ext cx="12192000" cy="742950"/>
          </a:xfrm>
          <a:prstGeom prst="rect">
            <a:avLst/>
          </a:prstGeom>
        </p:spPr>
      </p:pic>
      <p:sp>
        <p:nvSpPr>
          <p:cNvPr id="2" name="Title Placeholder 1"/>
          <p:cNvSpPr>
            <a:spLocks noGrp="1"/>
          </p:cNvSpPr>
          <p:nvPr>
            <p:ph type="title"/>
          </p:nvPr>
        </p:nvSpPr>
        <p:spPr>
          <a:xfrm>
            <a:off x="1534696" y="804519"/>
            <a:ext cx="9520158" cy="1049235"/>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534696" y="2015732"/>
            <a:ext cx="9520158"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30DFF9B5-AC92-40F1-8B49-E7CF66152BED}" type="datetimeFigureOut">
              <a:rPr lang="en-IN" smtClean="0"/>
              <a:t>21-10-2026</a:t>
            </a:fld>
            <a:endParaRPr lang="en-IN"/>
          </a:p>
        </p:txBody>
      </p:sp>
      <p:sp>
        <p:nvSpPr>
          <p:cNvPr id="5" name="Footer Placeholder 4"/>
          <p:cNvSpPr>
            <a:spLocks noGrp="1"/>
          </p:cNvSpPr>
          <p:nvPr>
            <p:ph type="ftr" sz="quarter" idx="3"/>
          </p:nvPr>
        </p:nvSpPr>
        <p:spPr>
          <a:xfrm>
            <a:off x="1534695" y="329307"/>
            <a:ext cx="5855719"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C16E916D-8FA0-4D9E-9084-2E5986328A80}" type="slidenum">
              <a:rPr lang="en-IN" smtClean="0"/>
              <a:t>‹#›</a:t>
            </a:fld>
            <a:endParaRPr lang="en-IN"/>
          </a:p>
        </p:txBody>
      </p:sp>
      <p:cxnSp>
        <p:nvCxnSpPr>
          <p:cNvPr id="12" name="Straight Connector 11"/>
          <p:cNvCxnSpPr/>
          <p:nvPr/>
        </p:nvCxnSpPr>
        <p:spPr>
          <a:xfrm>
            <a:off x="0" y="6141705"/>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62965486"/>
      </p:ext>
    </p:extLst>
  </p:cSld>
  <p:clrMap bg1="lt1" tx1="dk1" bg2="lt2" tx2="dk2" accent1="accent1" accent2="accent2" accent3="accent3" accent4="accent4" accent5="accent5" accent6="accent6" hlink="hlink" folHlink="folHlink"/>
  <p:sldLayoutIdLst>
    <p:sldLayoutId id="2147483911" r:id="rId1"/>
    <p:sldLayoutId id="2147483912" r:id="rId2"/>
    <p:sldLayoutId id="2147483913" r:id="rId3"/>
    <p:sldLayoutId id="2147483914" r:id="rId4"/>
    <p:sldLayoutId id="2147483915" r:id="rId5"/>
    <p:sldLayoutId id="2147483916" r:id="rId6"/>
    <p:sldLayoutId id="2147483917" r:id="rId7"/>
    <p:sldLayoutId id="2147483918" r:id="rId8"/>
    <p:sldLayoutId id="2147483919" r:id="rId9"/>
    <p:sldLayoutId id="2147483920" r:id="rId10"/>
    <p:sldLayoutId id="2147483921" r:id="rId11"/>
  </p:sldLayoutIdLst>
  <p:txStyles>
    <p:titleStyle>
      <a:lvl1pPr algn="l" defTabSz="914400" rtl="0" eaLnBrk="1" latinLnBrk="0" hangingPunct="1">
        <a:lnSpc>
          <a:spcPct val="90000"/>
        </a:lnSpc>
        <a:spcBef>
          <a:spcPct val="0"/>
        </a:spcBef>
        <a:buNone/>
        <a:defRPr sz="3200" b="0" i="0" kern="1200" cap="none">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30DFF9B5-AC92-40F1-8B49-E7CF66152BED}" type="datetimeFigureOut">
              <a:rPr lang="en-IN" smtClean="0"/>
              <a:t>21-10-2026</a:t>
            </a:fld>
            <a:endParaRPr lang="en-IN"/>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IN"/>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C16E916D-8FA0-4D9E-9084-2E5986328A80}" type="slidenum">
              <a:rPr lang="en-IN" smtClean="0"/>
              <a:t>‹#›</a:t>
            </a:fld>
            <a:endParaRPr lang="en-IN"/>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1714941269"/>
      </p:ext>
    </p:extLst>
  </p:cSld>
  <p:clrMap bg1="lt1" tx1="dk1" bg2="lt2" tx2="dk2" accent1="accent1" accent2="accent2" accent3="accent3" accent4="accent4" accent5="accent5" accent6="accent6" hlink="hlink" folHlink="folHlink"/>
  <p:sldLayoutIdLst>
    <p:sldLayoutId id="2147483923" r:id="rId1"/>
    <p:sldLayoutId id="2147483924" r:id="rId2"/>
    <p:sldLayoutId id="2147483925" r:id="rId3"/>
    <p:sldLayoutId id="2147483926" r:id="rId4"/>
    <p:sldLayoutId id="2147483927" r:id="rId5"/>
    <p:sldLayoutId id="2147483928" r:id="rId6"/>
    <p:sldLayoutId id="2147483929" r:id="rId7"/>
    <p:sldLayoutId id="2147483930" r:id="rId8"/>
    <p:sldLayoutId id="2147483931" r:id="rId9"/>
    <p:sldLayoutId id="2147483932" r:id="rId10"/>
    <p:sldLayoutId id="2147483933"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10" name="Group 9"/>
          <p:cNvGrpSpPr/>
          <p:nvPr/>
        </p:nvGrpSpPr>
        <p:grpSpPr>
          <a:xfrm>
            <a:off x="-25397" y="0"/>
            <a:ext cx="12005350" cy="6644081"/>
            <a:chOff x="-25397" y="0"/>
            <a:chExt cx="12005350" cy="6644081"/>
          </a:xfrm>
        </p:grpSpPr>
        <p:sp useBgFill="1">
          <p:nvSpPr>
            <p:cNvPr id="11" name="Rectangle 10"/>
            <p:cNvSpPr/>
            <p:nvPr/>
          </p:nvSpPr>
          <p:spPr>
            <a:xfrm>
              <a:off x="1" y="0"/>
              <a:ext cx="11979952" cy="6644081"/>
            </a:xfrm>
            <a:prstGeom prst="rect">
              <a:avLst/>
            </a:prstGeom>
            <a:ln>
              <a:noFill/>
            </a:ln>
            <a:effectLst>
              <a:outerShdw blurRad="98425" dist="76200" dir="4380000" algn="tl" rotWithShape="0">
                <a:srgbClr val="000000">
                  <a:alpha val="68000"/>
                </a:srgbClr>
              </a:outerShdw>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25397" y="0"/>
              <a:ext cx="11773291" cy="6419514"/>
            </a:xfrm>
            <a:custGeom>
              <a:avLst/>
              <a:gdLst/>
              <a:ahLst/>
              <a:cxnLst/>
              <a:rect l="l" t="t" r="r" b="b"/>
              <a:pathLst>
                <a:path w="11773291" h="6419514">
                  <a:moveTo>
                    <a:pt x="11750059" y="0"/>
                  </a:moveTo>
                  <a:lnTo>
                    <a:pt x="11773291" y="6419514"/>
                  </a:lnTo>
                  <a:lnTo>
                    <a:pt x="0" y="6411047"/>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sp>
          <p:nvSpPr>
            <p:cNvPr id="13" name="Rectangle 12"/>
            <p:cNvSpPr/>
            <p:nvPr/>
          </p:nvSpPr>
          <p:spPr>
            <a:xfrm>
              <a:off x="1" y="5600215"/>
              <a:ext cx="11706512" cy="780581"/>
            </a:xfrm>
            <a:prstGeom prst="rect">
              <a:avLst/>
            </a:pr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85801" y="685800"/>
            <a:ext cx="10396882" cy="115196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063396"/>
            <a:ext cx="10396883" cy="3311189"/>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98083" y="5757334"/>
            <a:ext cx="3784600" cy="498470"/>
          </a:xfrm>
          <a:prstGeom prst="rect">
            <a:avLst/>
          </a:prstGeom>
        </p:spPr>
        <p:txBody>
          <a:bodyPr vert="horz" lIns="91440" tIns="45720" rIns="91440" bIns="45720" rtlCol="0" anchor="ctr"/>
          <a:lstStyle>
            <a:lvl1pPr algn="r">
              <a:defRPr sz="3200" cap="all" baseline="0">
                <a:solidFill>
                  <a:schemeClr val="accent1">
                    <a:lumMod val="50000"/>
                  </a:schemeClr>
                </a:solidFill>
              </a:defRPr>
            </a:lvl1pPr>
          </a:lstStyle>
          <a:p>
            <a:fld id="{30DFF9B5-AC92-40F1-8B49-E7CF66152BED}" type="datetimeFigureOut">
              <a:rPr lang="en-IN" smtClean="0"/>
              <a:t>21-10-2026</a:t>
            </a:fld>
            <a:endParaRPr lang="en-IN"/>
          </a:p>
        </p:txBody>
      </p:sp>
      <p:sp>
        <p:nvSpPr>
          <p:cNvPr id="5" name="Footer Placeholder 4"/>
          <p:cNvSpPr>
            <a:spLocks noGrp="1"/>
          </p:cNvSpPr>
          <p:nvPr>
            <p:ph type="ftr" sz="quarter" idx="3"/>
          </p:nvPr>
        </p:nvSpPr>
        <p:spPr>
          <a:xfrm>
            <a:off x="685801" y="5757334"/>
            <a:ext cx="5499719" cy="498470"/>
          </a:xfrm>
          <a:prstGeom prst="rect">
            <a:avLst/>
          </a:prstGeom>
        </p:spPr>
        <p:txBody>
          <a:bodyPr vert="horz" lIns="91440" tIns="45720" rIns="91440" bIns="45720" rtlCol="0" anchor="ctr"/>
          <a:lstStyle>
            <a:lvl1pPr algn="l">
              <a:defRPr sz="3200" cap="all" baseline="0">
                <a:solidFill>
                  <a:schemeClr val="accent1">
                    <a:lumMod val="50000"/>
                  </a:schemeClr>
                </a:solidFill>
              </a:defRPr>
            </a:lvl1pPr>
          </a:lstStyle>
          <a:p>
            <a:endParaRPr lang="en-IN"/>
          </a:p>
        </p:txBody>
      </p:sp>
      <p:sp>
        <p:nvSpPr>
          <p:cNvPr id="6" name="Slide Number Placeholder 5"/>
          <p:cNvSpPr>
            <a:spLocks noGrp="1"/>
          </p:cNvSpPr>
          <p:nvPr>
            <p:ph type="sldNum" sz="quarter" idx="4"/>
          </p:nvPr>
        </p:nvSpPr>
        <p:spPr>
          <a:xfrm>
            <a:off x="6287121" y="5757334"/>
            <a:ext cx="907186" cy="498470"/>
          </a:xfrm>
          <a:prstGeom prst="rect">
            <a:avLst/>
          </a:prstGeom>
        </p:spPr>
        <p:txBody>
          <a:bodyPr vert="horz" lIns="91440" tIns="45720" rIns="91440" bIns="45720" rtlCol="0" anchor="ctr"/>
          <a:lstStyle>
            <a:lvl1pPr algn="ctr">
              <a:defRPr sz="3200" cap="all" baseline="0">
                <a:solidFill>
                  <a:schemeClr val="accent1">
                    <a:lumMod val="50000"/>
                  </a:schemeClr>
                </a:solidFill>
              </a:defRPr>
            </a:lvl1pPr>
          </a:lstStyle>
          <a:p>
            <a:fld id="{C16E916D-8FA0-4D9E-9084-2E5986328A80}" type="slidenum">
              <a:rPr lang="en-IN" smtClean="0"/>
              <a:t>‹#›</a:t>
            </a:fld>
            <a:endParaRPr lang="en-IN"/>
          </a:p>
        </p:txBody>
      </p:sp>
    </p:spTree>
    <p:extLst>
      <p:ext uri="{BB962C8B-B14F-4D97-AF65-F5344CB8AC3E}">
        <p14:creationId xmlns:p14="http://schemas.microsoft.com/office/powerpoint/2010/main" val="2694195072"/>
      </p:ext>
    </p:extLst>
  </p:cSld>
  <p:clrMap bg1="lt1" tx1="dk1" bg2="lt2" tx2="dk2" accent1="accent1" accent2="accent2" accent3="accent3" accent4="accent4" accent5="accent5" accent6="accent6" hlink="hlink" folHlink="folHlink"/>
  <p:sldLayoutIdLst>
    <p:sldLayoutId id="2147483947" r:id="rId1"/>
    <p:sldLayoutId id="2147483948" r:id="rId2"/>
    <p:sldLayoutId id="2147483949" r:id="rId3"/>
    <p:sldLayoutId id="2147483950" r:id="rId4"/>
    <p:sldLayoutId id="2147483951" r:id="rId5"/>
    <p:sldLayoutId id="2147483952" r:id="rId6"/>
    <p:sldLayoutId id="2147483953" r:id="rId7"/>
    <p:sldLayoutId id="2147483954" r:id="rId8"/>
    <p:sldLayoutId id="2147483955" r:id="rId9"/>
    <p:sldLayoutId id="2147483956" r:id="rId10"/>
    <p:sldLayoutId id="2147483957" r:id="rId11"/>
    <p:sldLayoutId id="2147483958" r:id="rId12"/>
    <p:sldLayoutId id="2147483959" r:id="rId13"/>
    <p:sldLayoutId id="2147483960" r:id="rId14"/>
    <p:sldLayoutId id="2147483961" r:id="rId15"/>
    <p:sldLayoutId id="2147483962" r:id="rId16"/>
    <p:sldLayoutId id="2147483963" r:id="rId17"/>
    <p:sldLayoutId id="2147483964" r:id="rId18"/>
    <p:sldLayoutId id="2147484138" r:id="rId19"/>
  </p:sldLayoutIdLst>
  <p:txStyles>
    <p:titleStyle>
      <a:lvl1pPr algn="l" defTabSz="914400" rtl="0" eaLnBrk="1" latinLnBrk="0" hangingPunct="1">
        <a:lnSpc>
          <a:spcPct val="90000"/>
        </a:lnSpc>
        <a:spcBef>
          <a:spcPct val="0"/>
        </a:spcBef>
        <a:buNone/>
        <a:defRPr sz="5400" kern="1200" cap="all" baseline="0">
          <a:solidFill>
            <a:schemeClr val="accent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60000"/>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30DFF9B5-AC92-40F1-8B49-E7CF66152BED}" type="datetimeFigureOut">
              <a:rPr lang="en-IN" smtClean="0"/>
              <a:t>21-10-2026</a:t>
            </a:fld>
            <a:endParaRPr lang="en-IN"/>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C16E916D-8FA0-4D9E-9084-2E5986328A80}" type="slidenum">
              <a:rPr lang="en-IN" smtClean="0"/>
              <a:t>‹#›</a:t>
            </a:fld>
            <a:endParaRPr lang="en-IN"/>
          </a:p>
        </p:txBody>
      </p:sp>
    </p:spTree>
    <p:extLst>
      <p:ext uri="{BB962C8B-B14F-4D97-AF65-F5344CB8AC3E}">
        <p14:creationId xmlns:p14="http://schemas.microsoft.com/office/powerpoint/2010/main" val="3730501715"/>
      </p:ext>
    </p:extLst>
  </p:cSld>
  <p:clrMap bg1="dk1" tx1="lt1" bg2="dk2" tx2="lt2" accent1="accent1" accent2="accent2" accent3="accent3" accent4="accent4" accent5="accent5" accent6="accent6" hlink="hlink" folHlink="folHlink"/>
  <p:sldLayoutIdLst>
    <p:sldLayoutId id="2147484038" r:id="rId1"/>
    <p:sldLayoutId id="2147484039" r:id="rId2"/>
    <p:sldLayoutId id="2147484040" r:id="rId3"/>
    <p:sldLayoutId id="2147484041" r:id="rId4"/>
    <p:sldLayoutId id="2147484042" r:id="rId5"/>
    <p:sldLayoutId id="2147484043" r:id="rId6"/>
    <p:sldLayoutId id="2147484044" r:id="rId7"/>
    <p:sldLayoutId id="2147484045" r:id="rId8"/>
    <p:sldLayoutId id="2147484046" r:id="rId9"/>
    <p:sldLayoutId id="2147484047" r:id="rId10"/>
    <p:sldLayoutId id="2147484048" r:id="rId11"/>
    <p:sldLayoutId id="2147484049" r:id="rId12"/>
    <p:sldLayoutId id="2147484050" r:id="rId13"/>
    <p:sldLayoutId id="2147484051" r:id="rId14"/>
    <p:sldLayoutId id="2147484052" r:id="rId15"/>
    <p:sldLayoutId id="2147484053" r:id="rId16"/>
    <p:sldLayoutId id="2147484054"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30DFF9B5-AC92-40F1-8B49-E7CF66152BED}" type="datetimeFigureOut">
              <a:rPr lang="en-IN" smtClean="0"/>
              <a:t>21-10-2026</a:t>
            </a:fld>
            <a:endParaRPr lang="en-IN"/>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C16E916D-8FA0-4D9E-9084-2E5986328A80}" type="slidenum">
              <a:rPr lang="en-IN" smtClean="0"/>
              <a:t>‹#›</a:t>
            </a:fld>
            <a:endParaRPr lang="en-IN"/>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42310559"/>
      </p:ext>
    </p:extLst>
  </p:cSld>
  <p:clrMap bg1="lt1" tx1="dk1" bg2="lt2" tx2="dk2" accent1="accent1" accent2="accent2" accent3="accent3" accent4="accent4" accent5="accent5" accent6="accent6" hlink="hlink" folHlink="folHlink"/>
  <p:sldLayoutIdLst>
    <p:sldLayoutId id="2147484056" r:id="rId1"/>
    <p:sldLayoutId id="2147484057" r:id="rId2"/>
    <p:sldLayoutId id="2147484058" r:id="rId3"/>
    <p:sldLayoutId id="2147484059" r:id="rId4"/>
    <p:sldLayoutId id="2147484060" r:id="rId5"/>
    <p:sldLayoutId id="2147484061" r:id="rId6"/>
    <p:sldLayoutId id="2147484062" r:id="rId7"/>
    <p:sldLayoutId id="2147484063" r:id="rId8"/>
    <p:sldLayoutId id="2147484064" r:id="rId9"/>
    <p:sldLayoutId id="2147484065" r:id="rId10"/>
    <p:sldLayoutId id="2147484066"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30DFF9B5-AC92-40F1-8B49-E7CF66152BED}" type="datetimeFigureOut">
              <a:rPr lang="en-IN" smtClean="0"/>
              <a:t>21-10-2026</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C16E916D-8FA0-4D9E-9084-2E5986328A80}" type="slidenum">
              <a:rPr lang="en-IN" smtClean="0"/>
              <a:t>‹#›</a:t>
            </a:fld>
            <a:endParaRPr lang="en-IN"/>
          </a:p>
        </p:txBody>
      </p:sp>
    </p:spTree>
    <p:extLst>
      <p:ext uri="{BB962C8B-B14F-4D97-AF65-F5344CB8AC3E}">
        <p14:creationId xmlns:p14="http://schemas.microsoft.com/office/powerpoint/2010/main" val="2936392954"/>
      </p:ext>
    </p:extLst>
  </p:cSld>
  <p:clrMap bg1="lt1" tx1="dk1" bg2="lt2" tx2="dk2" accent1="accent1" accent2="accent2" accent3="accent3" accent4="accent4" accent5="accent5" accent6="accent6" hlink="hlink" folHlink="folHlink"/>
  <p:sldLayoutIdLst>
    <p:sldLayoutId id="2147484068" r:id="rId1"/>
    <p:sldLayoutId id="2147484069" r:id="rId2"/>
    <p:sldLayoutId id="2147484070" r:id="rId3"/>
    <p:sldLayoutId id="2147484071" r:id="rId4"/>
    <p:sldLayoutId id="2147484072" r:id="rId5"/>
    <p:sldLayoutId id="2147484073" r:id="rId6"/>
    <p:sldLayoutId id="2147484074" r:id="rId7"/>
    <p:sldLayoutId id="2147484075" r:id="rId8"/>
    <p:sldLayoutId id="2147484076" r:id="rId9"/>
    <p:sldLayoutId id="2147484077" r:id="rId10"/>
    <p:sldLayoutId id="2147484078" r:id="rId11"/>
    <p:sldLayoutId id="2147484079" r:id="rId12"/>
    <p:sldLayoutId id="2147484080" r:id="rId13"/>
    <p:sldLayoutId id="2147484081" r:id="rId14"/>
    <p:sldLayoutId id="2147484082" r:id="rId15"/>
    <p:sldLayoutId id="2147484083"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10" name="Group 9"/>
          <p:cNvGrpSpPr/>
          <p:nvPr/>
        </p:nvGrpSpPr>
        <p:grpSpPr>
          <a:xfrm>
            <a:off x="-25397" y="0"/>
            <a:ext cx="12005350" cy="6644081"/>
            <a:chOff x="-25397" y="0"/>
            <a:chExt cx="12005350" cy="6644081"/>
          </a:xfrm>
        </p:grpSpPr>
        <p:sp useBgFill="1">
          <p:nvSpPr>
            <p:cNvPr id="11" name="Rectangle 10"/>
            <p:cNvSpPr/>
            <p:nvPr/>
          </p:nvSpPr>
          <p:spPr>
            <a:xfrm>
              <a:off x="1" y="0"/>
              <a:ext cx="11979952" cy="6644081"/>
            </a:xfrm>
            <a:prstGeom prst="rect">
              <a:avLst/>
            </a:prstGeom>
            <a:ln>
              <a:noFill/>
            </a:ln>
            <a:effectLst>
              <a:outerShdw blurRad="98425" dist="76200" dir="4380000" algn="tl" rotWithShape="0">
                <a:srgbClr val="000000">
                  <a:alpha val="68000"/>
                </a:srgbClr>
              </a:outerShdw>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25397" y="0"/>
              <a:ext cx="11773291" cy="6419514"/>
            </a:xfrm>
            <a:custGeom>
              <a:avLst/>
              <a:gdLst/>
              <a:ahLst/>
              <a:cxnLst/>
              <a:rect l="l" t="t" r="r" b="b"/>
              <a:pathLst>
                <a:path w="11773291" h="6419514">
                  <a:moveTo>
                    <a:pt x="11750059" y="0"/>
                  </a:moveTo>
                  <a:lnTo>
                    <a:pt x="11773291" y="6419514"/>
                  </a:lnTo>
                  <a:lnTo>
                    <a:pt x="0" y="6411047"/>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sp>
          <p:nvSpPr>
            <p:cNvPr id="13" name="Rectangle 12"/>
            <p:cNvSpPr/>
            <p:nvPr/>
          </p:nvSpPr>
          <p:spPr>
            <a:xfrm>
              <a:off x="1" y="5600215"/>
              <a:ext cx="11706512" cy="780581"/>
            </a:xfrm>
            <a:prstGeom prst="rect">
              <a:avLst/>
            </a:pr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85801" y="685800"/>
            <a:ext cx="10396882" cy="115196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063396"/>
            <a:ext cx="10396883" cy="3311189"/>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98083" y="5757334"/>
            <a:ext cx="3784600" cy="498470"/>
          </a:xfrm>
          <a:prstGeom prst="rect">
            <a:avLst/>
          </a:prstGeom>
        </p:spPr>
        <p:txBody>
          <a:bodyPr vert="horz" lIns="91440" tIns="45720" rIns="91440" bIns="45720" rtlCol="0" anchor="ctr"/>
          <a:lstStyle>
            <a:lvl1pPr algn="r">
              <a:defRPr sz="3200" cap="all" baseline="0">
                <a:solidFill>
                  <a:schemeClr val="accent1">
                    <a:lumMod val="50000"/>
                  </a:schemeClr>
                </a:solidFill>
              </a:defRPr>
            </a:lvl1pPr>
          </a:lstStyle>
          <a:p>
            <a:fld id="{30DFF9B5-AC92-40F1-8B49-E7CF66152BED}" type="datetimeFigureOut">
              <a:rPr lang="en-IN" smtClean="0"/>
              <a:t>21-10-2026</a:t>
            </a:fld>
            <a:endParaRPr lang="en-IN"/>
          </a:p>
        </p:txBody>
      </p:sp>
      <p:sp>
        <p:nvSpPr>
          <p:cNvPr id="5" name="Footer Placeholder 4"/>
          <p:cNvSpPr>
            <a:spLocks noGrp="1"/>
          </p:cNvSpPr>
          <p:nvPr>
            <p:ph type="ftr" sz="quarter" idx="3"/>
          </p:nvPr>
        </p:nvSpPr>
        <p:spPr>
          <a:xfrm>
            <a:off x="685801" y="5757334"/>
            <a:ext cx="5499719" cy="498470"/>
          </a:xfrm>
          <a:prstGeom prst="rect">
            <a:avLst/>
          </a:prstGeom>
        </p:spPr>
        <p:txBody>
          <a:bodyPr vert="horz" lIns="91440" tIns="45720" rIns="91440" bIns="45720" rtlCol="0" anchor="ctr"/>
          <a:lstStyle>
            <a:lvl1pPr algn="l">
              <a:defRPr sz="3200" cap="all" baseline="0">
                <a:solidFill>
                  <a:schemeClr val="accent1">
                    <a:lumMod val="50000"/>
                  </a:schemeClr>
                </a:solidFill>
              </a:defRPr>
            </a:lvl1pPr>
          </a:lstStyle>
          <a:p>
            <a:endParaRPr lang="en-IN"/>
          </a:p>
        </p:txBody>
      </p:sp>
      <p:sp>
        <p:nvSpPr>
          <p:cNvPr id="6" name="Slide Number Placeholder 5"/>
          <p:cNvSpPr>
            <a:spLocks noGrp="1"/>
          </p:cNvSpPr>
          <p:nvPr>
            <p:ph type="sldNum" sz="quarter" idx="4"/>
          </p:nvPr>
        </p:nvSpPr>
        <p:spPr>
          <a:xfrm>
            <a:off x="6287121" y="5757334"/>
            <a:ext cx="907186" cy="498470"/>
          </a:xfrm>
          <a:prstGeom prst="rect">
            <a:avLst/>
          </a:prstGeom>
        </p:spPr>
        <p:txBody>
          <a:bodyPr vert="horz" lIns="91440" tIns="45720" rIns="91440" bIns="45720" rtlCol="0" anchor="ctr"/>
          <a:lstStyle>
            <a:lvl1pPr algn="ctr">
              <a:defRPr sz="3200" cap="all" baseline="0">
                <a:solidFill>
                  <a:schemeClr val="accent1">
                    <a:lumMod val="50000"/>
                  </a:schemeClr>
                </a:solidFill>
              </a:defRPr>
            </a:lvl1pPr>
          </a:lstStyle>
          <a:p>
            <a:fld id="{C16E916D-8FA0-4D9E-9084-2E5986328A80}" type="slidenum">
              <a:rPr lang="en-IN" smtClean="0"/>
              <a:t>‹#›</a:t>
            </a:fld>
            <a:endParaRPr lang="en-IN"/>
          </a:p>
        </p:txBody>
      </p:sp>
    </p:spTree>
    <p:extLst>
      <p:ext uri="{BB962C8B-B14F-4D97-AF65-F5344CB8AC3E}">
        <p14:creationId xmlns:p14="http://schemas.microsoft.com/office/powerpoint/2010/main" val="4263267723"/>
      </p:ext>
    </p:extLst>
  </p:cSld>
  <p:clrMap bg1="lt1" tx1="dk1" bg2="lt2" tx2="dk2" accent1="accent1" accent2="accent2" accent3="accent3" accent4="accent4" accent5="accent5" accent6="accent6" hlink="hlink" folHlink="folHlink"/>
  <p:sldLayoutIdLst>
    <p:sldLayoutId id="2147484085" r:id="rId1"/>
    <p:sldLayoutId id="2147484086" r:id="rId2"/>
    <p:sldLayoutId id="2147484087" r:id="rId3"/>
    <p:sldLayoutId id="2147484088" r:id="rId4"/>
    <p:sldLayoutId id="2147484089" r:id="rId5"/>
    <p:sldLayoutId id="2147484090" r:id="rId6"/>
    <p:sldLayoutId id="2147484091" r:id="rId7"/>
    <p:sldLayoutId id="2147484092" r:id="rId8"/>
    <p:sldLayoutId id="2147484093" r:id="rId9"/>
    <p:sldLayoutId id="2147484094" r:id="rId10"/>
    <p:sldLayoutId id="2147484095" r:id="rId11"/>
    <p:sldLayoutId id="2147484096" r:id="rId12"/>
    <p:sldLayoutId id="2147484097" r:id="rId13"/>
    <p:sldLayoutId id="2147484098" r:id="rId14"/>
    <p:sldLayoutId id="2147484099" r:id="rId15"/>
    <p:sldLayoutId id="2147484100" r:id="rId16"/>
    <p:sldLayoutId id="2147484101" r:id="rId17"/>
  </p:sldLayoutIdLst>
  <p:txStyles>
    <p:titleStyle>
      <a:lvl1pPr algn="l" defTabSz="914400" rtl="0" eaLnBrk="1" latinLnBrk="0" hangingPunct="1">
        <a:lnSpc>
          <a:spcPct val="90000"/>
        </a:lnSpc>
        <a:spcBef>
          <a:spcPct val="0"/>
        </a:spcBef>
        <a:buNone/>
        <a:defRPr sz="5400" kern="1200" cap="all" baseline="0">
          <a:solidFill>
            <a:schemeClr val="accent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60000"/>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30DFF9B5-AC92-40F1-8B49-E7CF66152BED}" type="datetimeFigureOut">
              <a:rPr lang="en-IN" smtClean="0"/>
              <a:t>21-10-2026</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C16E916D-8FA0-4D9E-9084-2E5986328A80}" type="slidenum">
              <a:rPr lang="en-IN" smtClean="0"/>
              <a:t>‹#›</a:t>
            </a:fld>
            <a:endParaRPr lang="en-IN"/>
          </a:p>
        </p:txBody>
      </p:sp>
    </p:spTree>
    <p:extLst>
      <p:ext uri="{BB962C8B-B14F-4D97-AF65-F5344CB8AC3E}">
        <p14:creationId xmlns:p14="http://schemas.microsoft.com/office/powerpoint/2010/main" val="1489215528"/>
      </p:ext>
    </p:extLst>
  </p:cSld>
  <p:clrMap bg1="lt1" tx1="dk1" bg2="lt2" tx2="dk2" accent1="accent1" accent2="accent2" accent3="accent3" accent4="accent4" accent5="accent5" accent6="accent6" hlink="hlink" folHlink="folHlink"/>
  <p:sldLayoutIdLst>
    <p:sldLayoutId id="2147484103" r:id="rId1"/>
    <p:sldLayoutId id="2147484104" r:id="rId2"/>
    <p:sldLayoutId id="2147484105" r:id="rId3"/>
    <p:sldLayoutId id="2147484106" r:id="rId4"/>
    <p:sldLayoutId id="2147484107" r:id="rId5"/>
    <p:sldLayoutId id="2147484108" r:id="rId6"/>
    <p:sldLayoutId id="2147484109" r:id="rId7"/>
    <p:sldLayoutId id="2147484110" r:id="rId8"/>
    <p:sldLayoutId id="2147484111" r:id="rId9"/>
    <p:sldLayoutId id="2147484112" r:id="rId10"/>
    <p:sldLayoutId id="2147484113" r:id="rId11"/>
    <p:sldLayoutId id="2147484114" r:id="rId12"/>
    <p:sldLayoutId id="2147484115" r:id="rId13"/>
    <p:sldLayoutId id="2147484116" r:id="rId14"/>
    <p:sldLayoutId id="2147484117" r:id="rId15"/>
    <p:sldLayoutId id="2147484118"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10" name="Group 9"/>
          <p:cNvGrpSpPr/>
          <p:nvPr/>
        </p:nvGrpSpPr>
        <p:grpSpPr>
          <a:xfrm>
            <a:off x="-25397" y="0"/>
            <a:ext cx="12005350" cy="6644081"/>
            <a:chOff x="-25397" y="0"/>
            <a:chExt cx="12005350" cy="6644081"/>
          </a:xfrm>
        </p:grpSpPr>
        <p:sp useBgFill="1">
          <p:nvSpPr>
            <p:cNvPr id="11" name="Rectangle 10"/>
            <p:cNvSpPr/>
            <p:nvPr/>
          </p:nvSpPr>
          <p:spPr>
            <a:xfrm>
              <a:off x="1" y="0"/>
              <a:ext cx="11979952" cy="6644081"/>
            </a:xfrm>
            <a:prstGeom prst="rect">
              <a:avLst/>
            </a:prstGeom>
            <a:ln>
              <a:noFill/>
            </a:ln>
            <a:effectLst>
              <a:outerShdw blurRad="98425" dist="76200" dir="4380000" algn="tl" rotWithShape="0">
                <a:srgbClr val="000000">
                  <a:alpha val="68000"/>
                </a:srgbClr>
              </a:outerShdw>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25397" y="0"/>
              <a:ext cx="11773291" cy="6419514"/>
            </a:xfrm>
            <a:custGeom>
              <a:avLst/>
              <a:gdLst/>
              <a:ahLst/>
              <a:cxnLst/>
              <a:rect l="l" t="t" r="r" b="b"/>
              <a:pathLst>
                <a:path w="11773291" h="6419514">
                  <a:moveTo>
                    <a:pt x="11750059" y="0"/>
                  </a:moveTo>
                  <a:lnTo>
                    <a:pt x="11773291" y="6419514"/>
                  </a:lnTo>
                  <a:lnTo>
                    <a:pt x="0" y="6411047"/>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sp>
          <p:nvSpPr>
            <p:cNvPr id="13" name="Rectangle 12"/>
            <p:cNvSpPr/>
            <p:nvPr/>
          </p:nvSpPr>
          <p:spPr>
            <a:xfrm>
              <a:off x="1" y="5600215"/>
              <a:ext cx="11706512" cy="780581"/>
            </a:xfrm>
            <a:prstGeom prst="rect">
              <a:avLst/>
            </a:pr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85801" y="685800"/>
            <a:ext cx="10396882" cy="115196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063396"/>
            <a:ext cx="10396883" cy="3311189"/>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98083" y="5757334"/>
            <a:ext cx="3784600" cy="498470"/>
          </a:xfrm>
          <a:prstGeom prst="rect">
            <a:avLst/>
          </a:prstGeom>
        </p:spPr>
        <p:txBody>
          <a:bodyPr vert="horz" lIns="91440" tIns="45720" rIns="91440" bIns="45720" rtlCol="0" anchor="ctr"/>
          <a:lstStyle>
            <a:lvl1pPr algn="r">
              <a:defRPr sz="3200" cap="all" baseline="0">
                <a:solidFill>
                  <a:schemeClr val="accent1">
                    <a:lumMod val="50000"/>
                  </a:schemeClr>
                </a:solidFill>
              </a:defRPr>
            </a:lvl1pPr>
          </a:lstStyle>
          <a:p>
            <a:fld id="{30DFF9B5-AC92-40F1-8B49-E7CF66152BED}" type="datetimeFigureOut">
              <a:rPr lang="en-IN" smtClean="0"/>
              <a:t>21-10-2026</a:t>
            </a:fld>
            <a:endParaRPr lang="en-IN"/>
          </a:p>
        </p:txBody>
      </p:sp>
      <p:sp>
        <p:nvSpPr>
          <p:cNvPr id="5" name="Footer Placeholder 4"/>
          <p:cNvSpPr>
            <a:spLocks noGrp="1"/>
          </p:cNvSpPr>
          <p:nvPr>
            <p:ph type="ftr" sz="quarter" idx="3"/>
          </p:nvPr>
        </p:nvSpPr>
        <p:spPr>
          <a:xfrm>
            <a:off x="685801" y="5757334"/>
            <a:ext cx="5499719" cy="498470"/>
          </a:xfrm>
          <a:prstGeom prst="rect">
            <a:avLst/>
          </a:prstGeom>
        </p:spPr>
        <p:txBody>
          <a:bodyPr vert="horz" lIns="91440" tIns="45720" rIns="91440" bIns="45720" rtlCol="0" anchor="ctr"/>
          <a:lstStyle>
            <a:lvl1pPr algn="l">
              <a:defRPr sz="3200" cap="all" baseline="0">
                <a:solidFill>
                  <a:schemeClr val="accent1">
                    <a:lumMod val="50000"/>
                  </a:schemeClr>
                </a:solidFill>
              </a:defRPr>
            </a:lvl1pPr>
          </a:lstStyle>
          <a:p>
            <a:endParaRPr lang="en-IN"/>
          </a:p>
        </p:txBody>
      </p:sp>
      <p:sp>
        <p:nvSpPr>
          <p:cNvPr id="6" name="Slide Number Placeholder 5"/>
          <p:cNvSpPr>
            <a:spLocks noGrp="1"/>
          </p:cNvSpPr>
          <p:nvPr>
            <p:ph type="sldNum" sz="quarter" idx="4"/>
          </p:nvPr>
        </p:nvSpPr>
        <p:spPr>
          <a:xfrm>
            <a:off x="6287121" y="5757334"/>
            <a:ext cx="907186" cy="498470"/>
          </a:xfrm>
          <a:prstGeom prst="rect">
            <a:avLst/>
          </a:prstGeom>
        </p:spPr>
        <p:txBody>
          <a:bodyPr vert="horz" lIns="91440" tIns="45720" rIns="91440" bIns="45720" rtlCol="0" anchor="ctr"/>
          <a:lstStyle>
            <a:lvl1pPr algn="ctr">
              <a:defRPr sz="3200" cap="all" baseline="0">
                <a:solidFill>
                  <a:schemeClr val="accent1">
                    <a:lumMod val="50000"/>
                  </a:schemeClr>
                </a:solidFill>
              </a:defRPr>
            </a:lvl1pPr>
          </a:lstStyle>
          <a:p>
            <a:fld id="{C16E916D-8FA0-4D9E-9084-2E5986328A80}" type="slidenum">
              <a:rPr lang="en-IN" smtClean="0"/>
              <a:t>‹#›</a:t>
            </a:fld>
            <a:endParaRPr lang="en-IN"/>
          </a:p>
        </p:txBody>
      </p:sp>
    </p:spTree>
    <p:extLst>
      <p:ext uri="{BB962C8B-B14F-4D97-AF65-F5344CB8AC3E}">
        <p14:creationId xmlns:p14="http://schemas.microsoft.com/office/powerpoint/2010/main" val="3400260156"/>
      </p:ext>
    </p:extLst>
  </p:cSld>
  <p:clrMap bg1="lt1" tx1="dk1" bg2="lt2" tx2="dk2" accent1="accent1" accent2="accent2" accent3="accent3" accent4="accent4" accent5="accent5" accent6="accent6" hlink="hlink" folHlink="folHlink"/>
  <p:sldLayoutIdLst>
    <p:sldLayoutId id="2147484120" r:id="rId1"/>
    <p:sldLayoutId id="2147484121" r:id="rId2"/>
    <p:sldLayoutId id="2147484122" r:id="rId3"/>
    <p:sldLayoutId id="2147484123" r:id="rId4"/>
    <p:sldLayoutId id="2147484124" r:id="rId5"/>
    <p:sldLayoutId id="2147484125" r:id="rId6"/>
    <p:sldLayoutId id="2147484126" r:id="rId7"/>
    <p:sldLayoutId id="2147484127" r:id="rId8"/>
    <p:sldLayoutId id="2147484128" r:id="rId9"/>
    <p:sldLayoutId id="2147484129" r:id="rId10"/>
    <p:sldLayoutId id="2147484130" r:id="rId11"/>
    <p:sldLayoutId id="2147484131" r:id="rId12"/>
    <p:sldLayoutId id="2147484132" r:id="rId13"/>
    <p:sldLayoutId id="2147484133" r:id="rId14"/>
    <p:sldLayoutId id="2147484134" r:id="rId15"/>
    <p:sldLayoutId id="2147484135" r:id="rId16"/>
    <p:sldLayoutId id="2147484136" r:id="rId17"/>
    <p:sldLayoutId id="2147484137" r:id="rId18"/>
  </p:sldLayoutIdLst>
  <p:txStyles>
    <p:titleStyle>
      <a:lvl1pPr algn="l" defTabSz="914400" rtl="0" eaLnBrk="1" latinLnBrk="0" hangingPunct="1">
        <a:lnSpc>
          <a:spcPct val="90000"/>
        </a:lnSpc>
        <a:spcBef>
          <a:spcPct val="0"/>
        </a:spcBef>
        <a:buNone/>
        <a:defRPr sz="5400" kern="1200" cap="all" baseline="0">
          <a:solidFill>
            <a:schemeClr val="accent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60000"/>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0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16.xml"/></Relationships>
</file>

<file path=ppt/slides/_rels/slide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7.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38.xml"/></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0.xml"/></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59.xml"/></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71.xml"/></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36.xml"/><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1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1.xml"/></Relationships>
</file>

<file path=ppt/slides/_rels/slide1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xml"/><Relationship Id="rId1" Type="http://schemas.openxmlformats.org/officeDocument/2006/relationships/slideLayout" Target="../slideLayouts/slideLayout82.xml"/></Relationships>
</file>

<file path=ppt/slides/_rels/slide15.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openxmlformats.org/officeDocument/2006/relationships/chart" Target="../charts/chart3.xml"/><Relationship Id="rId1" Type="http://schemas.openxmlformats.org/officeDocument/2006/relationships/slideLayout" Target="../slideLayouts/slideLayout107.xml"/><Relationship Id="rId4" Type="http://schemas.openxmlformats.org/officeDocument/2006/relationships/image" Target="../media/image22.emf"/></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alpha val="87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73348C-7790-FF9E-F6D3-C7CDEEFA9E02}"/>
              </a:ext>
            </a:extLst>
          </p:cNvPr>
          <p:cNvSpPr>
            <a:spLocks noGrp="1"/>
          </p:cNvSpPr>
          <p:nvPr>
            <p:ph type="title"/>
          </p:nvPr>
        </p:nvSpPr>
        <p:spPr>
          <a:xfrm>
            <a:off x="-284204" y="369851"/>
            <a:ext cx="11955076" cy="2751086"/>
          </a:xfrm>
        </p:spPr>
        <p:txBody>
          <a:bodyPr vert="horz" lIns="91440" tIns="45720" rIns="91440" bIns="45720" rtlCol="0" anchor="b">
            <a:normAutofit/>
          </a:bodyPr>
          <a:lstStyle/>
          <a:p>
            <a:pPr algn="ctr"/>
            <a:r>
              <a:rPr lang="en-US" sz="6000" i="1" dirty="0">
                <a:latin typeface="ADLaM Display" panose="02010000000000000000" pitchFamily="2" charset="0"/>
                <a:ea typeface="ADLaM Display" panose="02010000000000000000" pitchFamily="2" charset="0"/>
                <a:cs typeface="ADLaM Display" panose="02010000000000000000" pitchFamily="2" charset="0"/>
              </a:rPr>
              <a:t>”</a:t>
            </a:r>
            <a:r>
              <a:rPr lang="en-US" sz="6000" i="1" dirty="0">
                <a:solidFill>
                  <a:srgbClr val="0F9ED5"/>
                </a:solidFill>
                <a:latin typeface="ADLaM Display" panose="02010000000000000000" pitchFamily="2" charset="0"/>
                <a:ea typeface="ADLaM Display" panose="02010000000000000000" pitchFamily="2" charset="0"/>
                <a:cs typeface="ADLaM Display" panose="02010000000000000000" pitchFamily="2" charset="0"/>
              </a:rPr>
              <a:t>ENTERTAINEMENT </a:t>
            </a:r>
            <a:r>
              <a:rPr lang="en-US" sz="6000" i="1" kern="1200" dirty="0">
                <a:solidFill>
                  <a:srgbClr val="0F9ED5"/>
                </a:solidFill>
                <a:latin typeface="ADLaM Display" panose="02010000000000000000" pitchFamily="2" charset="0"/>
                <a:ea typeface="ADLaM Display" panose="02010000000000000000" pitchFamily="2" charset="0"/>
                <a:cs typeface="ADLaM Display" panose="02010000000000000000" pitchFamily="2" charset="0"/>
              </a:rPr>
              <a:t>PREFERENCES</a:t>
            </a:r>
            <a:r>
              <a:rPr lang="en-US" sz="6000" i="1" kern="12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  </a:t>
            </a:r>
          </a:p>
        </p:txBody>
      </p:sp>
      <p:sp>
        <p:nvSpPr>
          <p:cNvPr id="3" name="Content Placeholder 2">
            <a:extLst>
              <a:ext uri="{FF2B5EF4-FFF2-40B4-BE49-F238E27FC236}">
                <a16:creationId xmlns:a16="http://schemas.microsoft.com/office/drawing/2014/main" id="{0FFF1A7D-032C-1598-27F4-1DFFAD0DFA97}"/>
              </a:ext>
            </a:extLst>
          </p:cNvPr>
          <p:cNvSpPr>
            <a:spLocks noGrp="1"/>
          </p:cNvSpPr>
          <p:nvPr>
            <p:ph idx="1"/>
          </p:nvPr>
        </p:nvSpPr>
        <p:spPr>
          <a:xfrm>
            <a:off x="556054" y="3365509"/>
            <a:ext cx="10367319" cy="2751086"/>
          </a:xfrm>
        </p:spPr>
        <p:txBody>
          <a:bodyPr vert="horz" lIns="91440" tIns="45720" rIns="91440" bIns="45720" rtlCol="0">
            <a:normAutofit fontScale="47500" lnSpcReduction="20000"/>
          </a:bodyPr>
          <a:lstStyle/>
          <a:p>
            <a:pPr marL="0" indent="0" algn="ctr">
              <a:buNone/>
            </a:pPr>
            <a:r>
              <a:rPr lang="en-US" sz="11400" kern="1200" dirty="0">
                <a:solidFill>
                  <a:schemeClr val="accent1">
                    <a:lumMod val="75000"/>
                  </a:schemeClr>
                </a:solidFill>
                <a:latin typeface="+mn-lt"/>
                <a:ea typeface="+mn-ea"/>
                <a:cs typeface="+mn-cs"/>
              </a:rPr>
              <a:t>CAPSTONE PROJECT 1</a:t>
            </a:r>
            <a:br>
              <a:rPr lang="en-US" sz="11400" kern="1200" dirty="0">
                <a:solidFill>
                  <a:schemeClr val="accent1">
                    <a:lumMod val="75000"/>
                  </a:schemeClr>
                </a:solidFill>
                <a:latin typeface="+mn-lt"/>
                <a:ea typeface="+mn-ea"/>
                <a:cs typeface="+mn-cs"/>
              </a:rPr>
            </a:br>
            <a:r>
              <a:rPr lang="en-US" sz="7200" i="1" kern="1200" dirty="0">
                <a:solidFill>
                  <a:schemeClr val="accent1">
                    <a:lumMod val="75000"/>
                  </a:schemeClr>
                </a:solidFill>
                <a:latin typeface="+mn-lt"/>
                <a:ea typeface="+mn-ea"/>
                <a:cs typeface="+mn-cs"/>
              </a:rPr>
              <a:t> </a:t>
            </a:r>
          </a:p>
          <a:p>
            <a:pPr marL="0" indent="0" algn="r">
              <a:buNone/>
            </a:pPr>
            <a:r>
              <a:rPr lang="en-US" sz="7200" i="1" kern="1200" dirty="0">
                <a:solidFill>
                  <a:schemeClr val="tx1"/>
                </a:solidFill>
                <a:latin typeface="+mn-lt"/>
                <a:ea typeface="+mn-ea"/>
                <a:cs typeface="+mn-cs"/>
              </a:rPr>
              <a:t>Victor xavier vijay .m</a:t>
            </a:r>
            <a:br>
              <a:rPr lang="en-US" sz="7200" i="1" kern="1200" dirty="0">
                <a:solidFill>
                  <a:schemeClr val="tx1"/>
                </a:solidFill>
                <a:latin typeface="+mn-lt"/>
                <a:ea typeface="+mn-ea"/>
                <a:cs typeface="+mn-cs"/>
              </a:rPr>
            </a:br>
            <a:r>
              <a:rPr lang="en-US" sz="7200" i="1" kern="1200" dirty="0">
                <a:solidFill>
                  <a:schemeClr val="tx1"/>
                </a:solidFill>
                <a:latin typeface="+mn-lt"/>
                <a:ea typeface="+mn-ea"/>
                <a:cs typeface="+mn-cs"/>
              </a:rPr>
              <a:t>  </a:t>
            </a:r>
            <a:br>
              <a:rPr lang="en-US" sz="1500" kern="1200" dirty="0">
                <a:solidFill>
                  <a:schemeClr val="tx1"/>
                </a:solidFill>
                <a:latin typeface="+mn-lt"/>
                <a:ea typeface="+mn-ea"/>
                <a:cs typeface="+mn-cs"/>
              </a:rPr>
            </a:br>
            <a:endParaRPr lang="en-US" sz="1500" kern="1200" dirty="0">
              <a:solidFill>
                <a:schemeClr val="tx1"/>
              </a:solidFill>
              <a:latin typeface="+mn-lt"/>
              <a:ea typeface="+mn-ea"/>
              <a:cs typeface="+mn-cs"/>
            </a:endParaRPr>
          </a:p>
        </p:txBody>
      </p:sp>
    </p:spTree>
    <p:extLst>
      <p:ext uri="{BB962C8B-B14F-4D97-AF65-F5344CB8AC3E}">
        <p14:creationId xmlns:p14="http://schemas.microsoft.com/office/powerpoint/2010/main" val="7707883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3C76EFE-9028-005A-795C-62A1FB4394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519685-5B83-893D-594A-EEC5D9EB27C0}"/>
              </a:ext>
            </a:extLst>
          </p:cNvPr>
          <p:cNvSpPr>
            <a:spLocks noGrp="1"/>
          </p:cNvSpPr>
          <p:nvPr>
            <p:ph type="title"/>
          </p:nvPr>
        </p:nvSpPr>
        <p:spPr>
          <a:xfrm>
            <a:off x="5894962" y="479493"/>
            <a:ext cx="5458838" cy="1325563"/>
          </a:xfrm>
        </p:spPr>
        <p:txBody>
          <a:bodyPr>
            <a:normAutofit/>
          </a:bodyPr>
          <a:lstStyle/>
          <a:p>
            <a:br>
              <a:rPr lang="en-IN" dirty="0"/>
            </a:br>
            <a:endParaRPr lang="en-IN" dirty="0"/>
          </a:p>
        </p:txBody>
      </p:sp>
      <p:sp>
        <p:nvSpPr>
          <p:cNvPr id="3" name="Content Placeholder 2">
            <a:extLst>
              <a:ext uri="{FF2B5EF4-FFF2-40B4-BE49-F238E27FC236}">
                <a16:creationId xmlns:a16="http://schemas.microsoft.com/office/drawing/2014/main" id="{D52B4C21-4AC9-9BF0-1E5F-A0456A874C13}"/>
              </a:ext>
            </a:extLst>
          </p:cNvPr>
          <p:cNvSpPr>
            <a:spLocks noGrp="1"/>
          </p:cNvSpPr>
          <p:nvPr>
            <p:ph idx="1"/>
          </p:nvPr>
        </p:nvSpPr>
        <p:spPr>
          <a:xfrm>
            <a:off x="95857" y="329785"/>
            <a:ext cx="11257943" cy="6048722"/>
          </a:xfrm>
        </p:spPr>
        <p:txBody>
          <a:bodyPr>
            <a:normAutofit fontScale="92500" lnSpcReduction="10000"/>
          </a:bodyPr>
          <a:lstStyle/>
          <a:p>
            <a:pPr marL="0" indent="0">
              <a:buNone/>
            </a:pPr>
            <a:r>
              <a:rPr lang="en-US" sz="3200" b="1" dirty="0"/>
              <a:t>OBJECTIVE</a:t>
            </a:r>
            <a:endParaRPr lang="en-US" sz="4000" b="1" dirty="0"/>
          </a:p>
          <a:p>
            <a:pPr marL="0" indent="0">
              <a:buNone/>
            </a:pPr>
            <a:r>
              <a:rPr lang="en-US" sz="2400" dirty="0"/>
              <a:t>       The objective of this project is to analyze entertainment consumption patterns across different age groups and demographics to understand preferred entertainment types, platform usage trends, spending behavior, and factors influencing satisfaction levels. </a:t>
            </a:r>
          </a:p>
          <a:p>
            <a:pPr marL="0" indent="0">
              <a:buNone/>
            </a:pPr>
            <a:r>
              <a:rPr lang="en-US" sz="2400" dirty="0"/>
              <a:t> </a:t>
            </a:r>
            <a:r>
              <a:rPr lang="en-US" sz="3200" b="1" dirty="0"/>
              <a:t>Research Questions </a:t>
            </a:r>
          </a:p>
          <a:p>
            <a:pPr marL="0" indent="0">
              <a:buNone/>
            </a:pPr>
            <a:r>
              <a:rPr lang="en-US" sz="2400" dirty="0"/>
              <a:t>1. Which entertainment type is most preferred? </a:t>
            </a:r>
          </a:p>
          <a:p>
            <a:pPr marL="0" indent="0">
              <a:buNone/>
            </a:pPr>
            <a:r>
              <a:rPr lang="en-US" sz="2400" dirty="0"/>
              <a:t>2. How many hours do people spend weekly on entertainment? </a:t>
            </a:r>
          </a:p>
          <a:p>
            <a:pPr marL="0" indent="0">
              <a:buNone/>
            </a:pPr>
            <a:r>
              <a:rPr lang="en-US" sz="2400" dirty="0"/>
              <a:t>3. Does age influence platform choice? </a:t>
            </a:r>
          </a:p>
          <a:p>
            <a:pPr marL="0" indent="0">
              <a:buNone/>
            </a:pPr>
            <a:r>
              <a:rPr lang="en-US" sz="2400" dirty="0"/>
              <a:t>4. What is the average monthly spending on entertainment?</a:t>
            </a:r>
          </a:p>
          <a:p>
            <a:pPr marL="0" indent="0">
              <a:buNone/>
            </a:pPr>
            <a:r>
              <a:rPr lang="en-US" sz="2400" dirty="0"/>
              <a:t> 5. Does subscription status impact satisfaction level?</a:t>
            </a:r>
          </a:p>
          <a:p>
            <a:pPr marL="0" indent="0">
              <a:buNone/>
            </a:pPr>
            <a:r>
              <a:rPr lang="en-US" sz="2400" dirty="0"/>
              <a:t> 6. Is there a correlation between weekly hours and spending</a:t>
            </a:r>
          </a:p>
          <a:p>
            <a:pPr marL="0" indent="0">
              <a:buNone/>
            </a:pPr>
            <a:r>
              <a:rPr lang="en-IN" sz="2200" dirty="0"/>
              <a:t> 7. How does the intersection of geographic location and gender influence monthly spending across different entertainment genres?</a:t>
            </a:r>
            <a:endParaRPr lang="en-US" sz="2200" dirty="0"/>
          </a:p>
          <a:p>
            <a:pPr marL="0" indent="0">
              <a:buNone/>
            </a:pPr>
            <a:r>
              <a:rPr lang="en-IN" sz="2200" dirty="0"/>
              <a:t>8. What is the distribution of educational level among respondents?</a:t>
            </a:r>
            <a:endParaRPr lang="en-US" sz="2200" dirty="0"/>
          </a:p>
          <a:p>
            <a:endParaRPr lang="en-IN" sz="2400" dirty="0"/>
          </a:p>
        </p:txBody>
      </p:sp>
    </p:spTree>
    <p:extLst>
      <p:ext uri="{BB962C8B-B14F-4D97-AF65-F5344CB8AC3E}">
        <p14:creationId xmlns:p14="http://schemas.microsoft.com/office/powerpoint/2010/main" val="698176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10DBEAC2-282E-182B-9D9C-07CF6038AC95}"/>
              </a:ext>
            </a:extLst>
          </p:cNvPr>
          <p:cNvSpPr>
            <a:spLocks noGrp="1"/>
          </p:cNvSpPr>
          <p:nvPr>
            <p:ph type="title"/>
          </p:nvPr>
        </p:nvSpPr>
        <p:spPr>
          <a:xfrm>
            <a:off x="839788" y="119922"/>
            <a:ext cx="10073051" cy="1528996"/>
          </a:xfrm>
        </p:spPr>
        <p:txBody>
          <a:bodyPr>
            <a:normAutofit fontScale="90000"/>
          </a:bodyPr>
          <a:lstStyle/>
          <a:p>
            <a:r>
              <a:rPr lang="en-US" sz="4000" b="1" dirty="0">
                <a:latin typeface="Calibri" panose="020F0502020204030204" pitchFamily="34" charset="0"/>
              </a:rPr>
              <a:t>1. Which entertainment type is most preferred?</a:t>
            </a:r>
            <a:br>
              <a:rPr lang="en-US" sz="8000" b="1" dirty="0">
                <a:latin typeface="Arial" panose="020B0604020202020204" pitchFamily="34" charset="0"/>
              </a:rPr>
            </a:br>
            <a:endParaRPr lang="en-US" sz="4000" b="1" dirty="0"/>
          </a:p>
        </p:txBody>
      </p:sp>
      <p:sp>
        <p:nvSpPr>
          <p:cNvPr id="8" name="Text Placeholder 7">
            <a:extLst>
              <a:ext uri="{FF2B5EF4-FFF2-40B4-BE49-F238E27FC236}">
                <a16:creationId xmlns:a16="http://schemas.microsoft.com/office/drawing/2014/main" id="{20EB2FAB-6419-C219-16CA-7105197F2BF2}"/>
              </a:ext>
            </a:extLst>
          </p:cNvPr>
          <p:cNvSpPr>
            <a:spLocks noGrp="1"/>
          </p:cNvSpPr>
          <p:nvPr>
            <p:ph type="body" sz="half" idx="2"/>
          </p:nvPr>
        </p:nvSpPr>
        <p:spPr>
          <a:xfrm>
            <a:off x="0" y="987425"/>
            <a:ext cx="4852286" cy="5983001"/>
          </a:xfrm>
        </p:spPr>
        <p:txBody>
          <a:bodyPr>
            <a:normAutofit/>
          </a:bodyPr>
          <a:lstStyle/>
          <a:p>
            <a:pPr marL="342900" indent="-342900">
              <a:buFont typeface="Arial" panose="020B0604020202020204" pitchFamily="34" charset="0"/>
              <a:buChar char="•"/>
            </a:pPr>
            <a:r>
              <a:rPr lang="en-US" sz="2400" b="1" dirty="0"/>
              <a:t>Sports emerges as the leading entertainment category, but the market is structurally diversified rather than concentrated.</a:t>
            </a:r>
          </a:p>
          <a:p>
            <a:pPr marL="342900" indent="-342900">
              <a:buFont typeface="Arial" panose="020B0604020202020204" pitchFamily="34" charset="0"/>
              <a:buChar char="•"/>
            </a:pPr>
            <a:r>
              <a:rPr lang="en-US" sz="2400" b="1" dirty="0"/>
              <a:t>The preference gap between highest (Sports – 18.1%) and lowest (Music – 15.8%) is only 2.3 percentage points.</a:t>
            </a:r>
          </a:p>
          <a:p>
            <a:pPr marL="342900" indent="-342900">
              <a:buFont typeface="Arial" panose="020B0604020202020204" pitchFamily="34" charset="0"/>
              <a:buChar char="•"/>
            </a:pPr>
            <a:r>
              <a:rPr lang="en-US" sz="2400" b="1" dirty="0"/>
              <a:t> This indicates low dominance concentration</a:t>
            </a:r>
          </a:p>
          <a:p>
            <a:pPr marL="342900" indent="-342900">
              <a:buFont typeface="Arial" panose="020B0604020202020204" pitchFamily="34" charset="0"/>
              <a:buChar char="•"/>
            </a:pPr>
            <a:r>
              <a:rPr lang="en-US" sz="2400" b="1" dirty="0"/>
              <a:t> Consumer demand is evenly distributed across categories</a:t>
            </a:r>
          </a:p>
        </p:txBody>
      </p:sp>
      <p:pic>
        <p:nvPicPr>
          <p:cNvPr id="2" name="Content Placeholder 1">
            <a:extLst>
              <a:ext uri="{FF2B5EF4-FFF2-40B4-BE49-F238E27FC236}">
                <a16:creationId xmlns:a16="http://schemas.microsoft.com/office/drawing/2014/main" id="{E8B9B2D6-D3A2-838D-F74F-018301D12A86}"/>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19599" r="11852" b="10586"/>
          <a:stretch>
            <a:fillRect/>
          </a:stretch>
        </p:blipFill>
        <p:spPr>
          <a:xfrm>
            <a:off x="4867357" y="809468"/>
            <a:ext cx="7155729" cy="5186598"/>
          </a:xfrm>
          <a:prstGeom prst="rect">
            <a:avLst/>
          </a:prstGeom>
        </p:spPr>
      </p:pic>
    </p:spTree>
    <p:extLst>
      <p:ext uri="{BB962C8B-B14F-4D97-AF65-F5344CB8AC3E}">
        <p14:creationId xmlns:p14="http://schemas.microsoft.com/office/powerpoint/2010/main" val="23412784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6EDAB8-4AC8-FBC9-17B7-AF91AB5FA839}"/>
              </a:ext>
            </a:extLst>
          </p:cNvPr>
          <p:cNvSpPr>
            <a:spLocks noGrp="1"/>
          </p:cNvSpPr>
          <p:nvPr>
            <p:ph type="title"/>
          </p:nvPr>
        </p:nvSpPr>
        <p:spPr>
          <a:xfrm>
            <a:off x="5894962" y="479493"/>
            <a:ext cx="5458838" cy="1325563"/>
          </a:xfrm>
        </p:spPr>
        <p:txBody>
          <a:bodyPr>
            <a:normAutofit/>
          </a:bodyPr>
          <a:lstStyle/>
          <a:p>
            <a:br>
              <a:rPr lang="en-IN" dirty="0"/>
            </a:br>
            <a:endParaRPr lang="en-IN" dirty="0"/>
          </a:p>
        </p:txBody>
      </p:sp>
      <p:sp>
        <p:nvSpPr>
          <p:cNvPr id="3" name="Content Placeholder 2">
            <a:extLst>
              <a:ext uri="{FF2B5EF4-FFF2-40B4-BE49-F238E27FC236}">
                <a16:creationId xmlns:a16="http://schemas.microsoft.com/office/drawing/2014/main" id="{F317C3E0-D8BF-DE17-C70E-525E692EBFCC}"/>
              </a:ext>
            </a:extLst>
          </p:cNvPr>
          <p:cNvSpPr>
            <a:spLocks noGrp="1"/>
          </p:cNvSpPr>
          <p:nvPr>
            <p:ph idx="1"/>
          </p:nvPr>
        </p:nvSpPr>
        <p:spPr>
          <a:xfrm>
            <a:off x="5527856" y="1066911"/>
            <a:ext cx="5825943" cy="5311595"/>
          </a:xfrm>
        </p:spPr>
        <p:txBody>
          <a:bodyPr>
            <a:normAutofit/>
          </a:bodyPr>
          <a:lstStyle/>
          <a:p>
            <a:r>
              <a:rPr lang="en-US" sz="1800" b="1" dirty="0"/>
              <a:t>📈 Data Interpretation</a:t>
            </a:r>
          </a:p>
          <a:p>
            <a:r>
              <a:rPr lang="en-US" sz="1800" dirty="0"/>
              <a:t>The market shows </a:t>
            </a:r>
            <a:r>
              <a:rPr lang="en-US" sz="1800" b="1" dirty="0"/>
              <a:t>diversified consumer behavior</a:t>
            </a:r>
            <a:r>
              <a:rPr lang="en-US" sz="1800" dirty="0"/>
              <a:t>.</a:t>
            </a:r>
          </a:p>
          <a:p>
            <a:r>
              <a:rPr lang="en-US" sz="1800" dirty="0"/>
              <a:t>Preferences are evenly distributed, suggesting:</a:t>
            </a:r>
          </a:p>
          <a:p>
            <a:pPr lvl="1"/>
            <a:r>
              <a:rPr lang="en-US" sz="1800" dirty="0"/>
              <a:t>Consumers engage in multiple entertainment types.</a:t>
            </a:r>
          </a:p>
          <a:p>
            <a:pPr lvl="1"/>
            <a:r>
              <a:rPr lang="en-US" sz="1800" dirty="0"/>
              <a:t>There is no single dominant segment.</a:t>
            </a:r>
          </a:p>
          <a:p>
            <a:r>
              <a:rPr lang="en-US" sz="1800" dirty="0"/>
              <a:t>Small percentage differences indicate </a:t>
            </a:r>
            <a:r>
              <a:rPr lang="en-US" sz="1800" b="1" dirty="0"/>
              <a:t>marginal preference advantage</a:t>
            </a:r>
            <a:r>
              <a:rPr lang="en-US" sz="1800" dirty="0"/>
              <a:t>, not strong market control.</a:t>
            </a:r>
          </a:p>
          <a:p>
            <a:r>
              <a:rPr lang="en-US" sz="1800" b="1" dirty="0">
                <a:highlight>
                  <a:srgbClr val="FFFF00"/>
                </a:highlight>
              </a:rPr>
              <a:t>Conclusion:</a:t>
            </a:r>
            <a:r>
              <a:rPr lang="en-US" sz="1800" dirty="0"/>
              <a:t>Sports is the most preferred entertainment type with 18.1% of total responses. However, the minimal variation across categories indicates a balanced and diversified entertainment preference pattern among respondents.</a:t>
            </a:r>
          </a:p>
          <a:p>
            <a:endParaRPr lang="en-IN" sz="1100" dirty="0"/>
          </a:p>
        </p:txBody>
      </p:sp>
      <p:pic>
        <p:nvPicPr>
          <p:cNvPr id="5" name="Picture 4">
            <a:extLst>
              <a:ext uri="{FF2B5EF4-FFF2-40B4-BE49-F238E27FC236}">
                <a16:creationId xmlns:a16="http://schemas.microsoft.com/office/drawing/2014/main" id="{396D123C-1A5A-9343-DCFB-203B923366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5238" y="479493"/>
            <a:ext cx="4777381" cy="5311594"/>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Tree>
    <p:extLst>
      <p:ext uri="{BB962C8B-B14F-4D97-AF65-F5344CB8AC3E}">
        <p14:creationId xmlns:p14="http://schemas.microsoft.com/office/powerpoint/2010/main" val="16859064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16C65-2E2A-A092-339D-069E92C424BE}"/>
              </a:ext>
            </a:extLst>
          </p:cNvPr>
          <p:cNvSpPr>
            <a:spLocks noGrp="1"/>
          </p:cNvSpPr>
          <p:nvPr>
            <p:ph type="title"/>
          </p:nvPr>
        </p:nvSpPr>
        <p:spPr>
          <a:xfrm>
            <a:off x="374754" y="-299803"/>
            <a:ext cx="11173777" cy="1440858"/>
          </a:xfrm>
        </p:spPr>
        <p:txBody>
          <a:bodyPr>
            <a:normAutofit fontScale="90000"/>
          </a:bodyPr>
          <a:lstStyle/>
          <a:p>
            <a:br>
              <a:rPr lang="en-IN" sz="2800" dirty="0"/>
            </a:br>
            <a:r>
              <a:rPr lang="en-US" sz="3200" b="1" dirty="0">
                <a:solidFill>
                  <a:srgbClr val="000000"/>
                </a:solidFill>
                <a:latin typeface="Calibri" panose="020F0502020204030204" pitchFamily="34" charset="0"/>
              </a:rPr>
              <a:t>2. How many hours do people spend weekly on entertainment?</a:t>
            </a:r>
            <a:br>
              <a:rPr lang="en-US" sz="2800" b="1" dirty="0">
                <a:solidFill>
                  <a:srgbClr val="000000"/>
                </a:solidFill>
                <a:latin typeface="Calibri" panose="020F0502020204030204" pitchFamily="34" charset="0"/>
              </a:rPr>
            </a:br>
            <a:br>
              <a:rPr lang="en-IN" sz="3200" dirty="0"/>
            </a:br>
            <a:endParaRPr lang="en-IN" sz="2800" dirty="0"/>
          </a:p>
        </p:txBody>
      </p:sp>
      <p:sp>
        <p:nvSpPr>
          <p:cNvPr id="3" name="Content Placeholder 2">
            <a:extLst>
              <a:ext uri="{FF2B5EF4-FFF2-40B4-BE49-F238E27FC236}">
                <a16:creationId xmlns:a16="http://schemas.microsoft.com/office/drawing/2014/main" id="{7E8D989C-C203-0B71-E81E-DBB0ABFD3A0B}"/>
              </a:ext>
            </a:extLst>
          </p:cNvPr>
          <p:cNvSpPr>
            <a:spLocks noGrp="1"/>
          </p:cNvSpPr>
          <p:nvPr>
            <p:ph idx="1"/>
          </p:nvPr>
        </p:nvSpPr>
        <p:spPr>
          <a:xfrm>
            <a:off x="6151294" y="689549"/>
            <a:ext cx="5397237" cy="5608474"/>
          </a:xfrm>
        </p:spPr>
        <p:txBody>
          <a:bodyPr>
            <a:normAutofit/>
          </a:bodyPr>
          <a:lstStyle/>
          <a:p>
            <a:r>
              <a:rPr lang="en-US" sz="2600" b="1" dirty="0"/>
              <a:t>Average Weekly Engagement</a:t>
            </a:r>
          </a:p>
          <a:p>
            <a:r>
              <a:rPr lang="en-US" sz="2600" dirty="0"/>
              <a:t>Respondents spend </a:t>
            </a:r>
            <a:r>
              <a:rPr lang="en-US" sz="2600" b="1" dirty="0"/>
              <a:t>approximately 17 hours per week</a:t>
            </a:r>
            <a:r>
              <a:rPr lang="en-US" sz="2600" dirty="0"/>
              <a:t> on entertainment.</a:t>
            </a:r>
          </a:p>
          <a:p>
            <a:r>
              <a:rPr lang="en-US" sz="2600" dirty="0"/>
              <a:t>Mean, median, and mode are almost identical (≈17 hours).</a:t>
            </a:r>
          </a:p>
          <a:p>
            <a:r>
              <a:rPr lang="en-US" sz="2600" dirty="0"/>
              <a:t>📌 This indicates a </a:t>
            </a:r>
            <a:r>
              <a:rPr lang="en-US" sz="2600" b="1" dirty="0"/>
              <a:t>highly centered and stable distribution</a:t>
            </a:r>
            <a:r>
              <a:rPr lang="en-US" sz="2600" dirty="0"/>
              <a:t>.</a:t>
            </a:r>
          </a:p>
          <a:p>
            <a:endParaRPr lang="en-IN" sz="2600" dirty="0"/>
          </a:p>
        </p:txBody>
      </p:sp>
      <p:pic>
        <p:nvPicPr>
          <p:cNvPr id="5" name="Picture 4">
            <a:extLst>
              <a:ext uri="{FF2B5EF4-FFF2-40B4-BE49-F238E27FC236}">
                <a16:creationId xmlns:a16="http://schemas.microsoft.com/office/drawing/2014/main" id="{4841E1D2-922C-74A3-B862-2DE3ACBE2F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3739" y="1278888"/>
            <a:ext cx="4555700" cy="4429796"/>
          </a:xfrm>
          <a:custGeom>
            <a:avLst/>
            <a:gdLst/>
            <a:ahLst/>
            <a:cxnLst/>
            <a:rect l="l" t="t" r="r" b="b"/>
            <a:pathLst>
              <a:path w="4555700" h="2733294">
                <a:moveTo>
                  <a:pt x="82217" y="0"/>
                </a:moveTo>
                <a:lnTo>
                  <a:pt x="4473483" y="0"/>
                </a:lnTo>
                <a:cubicBezTo>
                  <a:pt x="4518890" y="0"/>
                  <a:pt x="4555700" y="36810"/>
                  <a:pt x="4555700" y="82217"/>
                </a:cubicBezTo>
                <a:lnTo>
                  <a:pt x="4555700" y="2651077"/>
                </a:lnTo>
                <a:cubicBezTo>
                  <a:pt x="4555700" y="2696484"/>
                  <a:pt x="4518890" y="2733294"/>
                  <a:pt x="4473483" y="2733294"/>
                </a:cubicBezTo>
                <a:lnTo>
                  <a:pt x="82217" y="2733294"/>
                </a:lnTo>
                <a:cubicBezTo>
                  <a:pt x="36810" y="2733294"/>
                  <a:pt x="0" y="2696484"/>
                  <a:pt x="0" y="2651077"/>
                </a:cubicBezTo>
                <a:lnTo>
                  <a:pt x="0" y="82217"/>
                </a:lnTo>
                <a:cubicBezTo>
                  <a:pt x="0" y="36810"/>
                  <a:pt x="36810" y="0"/>
                  <a:pt x="82217" y="0"/>
                </a:cubicBezTo>
                <a:close/>
              </a:path>
            </a:pathLst>
          </a:custGeom>
        </p:spPr>
      </p:pic>
      <p:pic>
        <p:nvPicPr>
          <p:cNvPr id="6" name="Picture 5">
            <a:extLst>
              <a:ext uri="{FF2B5EF4-FFF2-40B4-BE49-F238E27FC236}">
                <a16:creationId xmlns:a16="http://schemas.microsoft.com/office/drawing/2014/main" id="{4D66E70E-06FD-4EE6-0164-47CE9349E277}"/>
              </a:ext>
            </a:extLst>
          </p:cNvPr>
          <p:cNvPicPr>
            <a:picLocks noChangeAspect="1"/>
          </p:cNvPicPr>
          <p:nvPr/>
        </p:nvPicPr>
        <p:blipFill>
          <a:blip r:embed="rId3"/>
          <a:stretch>
            <a:fillRect/>
          </a:stretch>
        </p:blipFill>
        <p:spPr>
          <a:xfrm>
            <a:off x="6175440" y="3844718"/>
            <a:ext cx="5132821" cy="2733293"/>
          </a:xfrm>
          <a:custGeom>
            <a:avLst/>
            <a:gdLst/>
            <a:ahLst/>
            <a:cxnLst/>
            <a:rect l="l" t="t" r="r" b="b"/>
            <a:pathLst>
              <a:path w="4438338" h="2323972">
                <a:moveTo>
                  <a:pt x="69905" y="0"/>
                </a:moveTo>
                <a:lnTo>
                  <a:pt x="4368433" y="0"/>
                </a:lnTo>
                <a:cubicBezTo>
                  <a:pt x="4407040" y="0"/>
                  <a:pt x="4438338" y="31298"/>
                  <a:pt x="4438338" y="69905"/>
                </a:cubicBezTo>
                <a:lnTo>
                  <a:pt x="4438338" y="2254067"/>
                </a:lnTo>
                <a:cubicBezTo>
                  <a:pt x="4438338" y="2292674"/>
                  <a:pt x="4407040" y="2323972"/>
                  <a:pt x="4368433" y="2323972"/>
                </a:cubicBezTo>
                <a:lnTo>
                  <a:pt x="69905" y="2323972"/>
                </a:lnTo>
                <a:cubicBezTo>
                  <a:pt x="31298" y="2323972"/>
                  <a:pt x="0" y="2292674"/>
                  <a:pt x="0" y="2254067"/>
                </a:cubicBezTo>
                <a:lnTo>
                  <a:pt x="0" y="69905"/>
                </a:lnTo>
                <a:cubicBezTo>
                  <a:pt x="0" y="31298"/>
                  <a:pt x="31298" y="0"/>
                  <a:pt x="69905" y="0"/>
                </a:cubicBezTo>
                <a:close/>
              </a:path>
            </a:pathLst>
          </a:custGeom>
        </p:spPr>
      </p:pic>
    </p:spTree>
    <p:extLst>
      <p:ext uri="{BB962C8B-B14F-4D97-AF65-F5344CB8AC3E}">
        <p14:creationId xmlns:p14="http://schemas.microsoft.com/office/powerpoint/2010/main" val="7033093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CD93BC-43BF-D91B-8F83-6E5FE6EF1EEE}"/>
              </a:ext>
            </a:extLst>
          </p:cNvPr>
          <p:cNvSpPr>
            <a:spLocks noGrp="1"/>
          </p:cNvSpPr>
          <p:nvPr>
            <p:ph type="title"/>
          </p:nvPr>
        </p:nvSpPr>
        <p:spPr>
          <a:xfrm>
            <a:off x="309694" y="193890"/>
            <a:ext cx="10515600" cy="1325563"/>
          </a:xfrm>
        </p:spPr>
        <p:txBody>
          <a:bodyPr/>
          <a:lstStyle/>
          <a:p>
            <a:r>
              <a:rPr lang="en-IN" dirty="0"/>
              <a:t>📈 Interpretation</a:t>
            </a:r>
          </a:p>
        </p:txBody>
      </p:sp>
      <p:pic>
        <p:nvPicPr>
          <p:cNvPr id="5" name="Content Placeholder 4">
            <a:extLst>
              <a:ext uri="{FF2B5EF4-FFF2-40B4-BE49-F238E27FC236}">
                <a16:creationId xmlns:a16="http://schemas.microsoft.com/office/drawing/2014/main" id="{A5D09B87-3AA3-122D-78D7-A479E4E6033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77736" y="1663796"/>
            <a:ext cx="5905387" cy="5000313"/>
          </a:xfrm>
          <a:prstGeom prst="rect">
            <a:avLst/>
          </a:prstGeom>
        </p:spPr>
      </p:pic>
      <p:sp>
        <p:nvSpPr>
          <p:cNvPr id="7" name="TextBox 6">
            <a:extLst>
              <a:ext uri="{FF2B5EF4-FFF2-40B4-BE49-F238E27FC236}">
                <a16:creationId xmlns:a16="http://schemas.microsoft.com/office/drawing/2014/main" id="{2DE6EFC0-7C67-1D81-C538-27318DFCB070}"/>
              </a:ext>
            </a:extLst>
          </p:cNvPr>
          <p:cNvSpPr txBox="1"/>
          <p:nvPr/>
        </p:nvSpPr>
        <p:spPr>
          <a:xfrm>
            <a:off x="6283123" y="1971833"/>
            <a:ext cx="6096000" cy="2031325"/>
          </a:xfrm>
          <a:prstGeom prst="rect">
            <a:avLst/>
          </a:prstGeom>
          <a:noFill/>
        </p:spPr>
        <p:txBody>
          <a:bodyPr wrap="square">
            <a:spAutoFit/>
          </a:bodyPr>
          <a:lstStyle/>
          <a:p>
            <a:pPr>
              <a:buFont typeface="Arial" panose="020B0604020202020204" pitchFamily="34" charset="0"/>
              <a:buChar char="•"/>
            </a:pPr>
            <a:r>
              <a:rPr lang="en-US" dirty="0"/>
              <a:t>Weekly entertainment consumption is </a:t>
            </a:r>
            <a:r>
              <a:rPr lang="en-US" b="1" dirty="0"/>
              <a:t>consistent across respondents</a:t>
            </a:r>
            <a:r>
              <a:rPr lang="en-US" dirty="0"/>
              <a:t>.</a:t>
            </a:r>
          </a:p>
          <a:p>
            <a:pPr>
              <a:buFont typeface="Arial" panose="020B0604020202020204" pitchFamily="34" charset="0"/>
              <a:buChar char="•"/>
            </a:pPr>
            <a:r>
              <a:rPr lang="en-US" dirty="0"/>
              <a:t>Majority of users fall in a mid-engagement bracket (11–23 hours).</a:t>
            </a:r>
          </a:p>
          <a:p>
            <a:pPr>
              <a:buFont typeface="Arial" panose="020B0604020202020204" pitchFamily="34" charset="0"/>
              <a:buChar char="•"/>
            </a:pPr>
            <a:r>
              <a:rPr lang="en-US" dirty="0"/>
              <a:t>There is no heavy concentration of extreme low or extreme high users.</a:t>
            </a:r>
          </a:p>
          <a:p>
            <a:pPr>
              <a:buNone/>
            </a:pPr>
            <a:r>
              <a:rPr lang="en-US" dirty="0"/>
              <a:t>This suggests a </a:t>
            </a:r>
            <a:r>
              <a:rPr lang="en-US" b="1" dirty="0"/>
              <a:t>balanced user engagement pattern</a:t>
            </a:r>
            <a:r>
              <a:rPr lang="en-US" dirty="0"/>
              <a:t>.</a:t>
            </a:r>
          </a:p>
        </p:txBody>
      </p:sp>
      <p:sp>
        <p:nvSpPr>
          <p:cNvPr id="9" name="TextBox 8">
            <a:extLst>
              <a:ext uri="{FF2B5EF4-FFF2-40B4-BE49-F238E27FC236}">
                <a16:creationId xmlns:a16="http://schemas.microsoft.com/office/drawing/2014/main" id="{3F4C6EB1-1FFF-C26D-AED1-D5C3788C853D}"/>
              </a:ext>
            </a:extLst>
          </p:cNvPr>
          <p:cNvSpPr txBox="1"/>
          <p:nvPr/>
        </p:nvSpPr>
        <p:spPr>
          <a:xfrm>
            <a:off x="6235586" y="4455539"/>
            <a:ext cx="5905387" cy="1477328"/>
          </a:xfrm>
          <a:prstGeom prst="rect">
            <a:avLst/>
          </a:prstGeom>
          <a:noFill/>
        </p:spPr>
        <p:txBody>
          <a:bodyPr wrap="square">
            <a:spAutoFit/>
          </a:bodyPr>
          <a:lstStyle/>
          <a:p>
            <a:pPr>
              <a:buNone/>
            </a:pPr>
            <a:r>
              <a:rPr lang="en-US" b="1" dirty="0">
                <a:highlight>
                  <a:srgbClr val="FFFF00"/>
                </a:highlight>
              </a:rPr>
              <a:t>🎯 Conclusion </a:t>
            </a:r>
            <a:r>
              <a:rPr lang="en-US" dirty="0"/>
              <a:t>On average, individuals spend 17 hours per week on entertainment. The distribution is approximately symmetrical with moderate variability and no significant outliers, indicating stable and consistent engagement levels across respondents.</a:t>
            </a:r>
          </a:p>
        </p:txBody>
      </p:sp>
    </p:spTree>
    <p:extLst>
      <p:ext uri="{BB962C8B-B14F-4D97-AF65-F5344CB8AC3E}">
        <p14:creationId xmlns:p14="http://schemas.microsoft.com/office/powerpoint/2010/main" val="28215849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32FCD-26CD-0ADF-F424-AA0114E74B1F}"/>
              </a:ext>
            </a:extLst>
          </p:cNvPr>
          <p:cNvSpPr>
            <a:spLocks noGrp="1"/>
          </p:cNvSpPr>
          <p:nvPr>
            <p:ph type="title" idx="4294967295"/>
          </p:nvPr>
        </p:nvSpPr>
        <p:spPr>
          <a:xfrm>
            <a:off x="5199063" y="1143000"/>
            <a:ext cx="6992937" cy="550863"/>
          </a:xfrm>
        </p:spPr>
        <p:txBody>
          <a:bodyPr>
            <a:normAutofit fontScale="90000"/>
          </a:bodyPr>
          <a:lstStyle/>
          <a:p>
            <a:br>
              <a:rPr lang="en-IN" dirty="0"/>
            </a:br>
            <a:br>
              <a:rPr lang="en-IN" dirty="0"/>
            </a:br>
            <a:br>
              <a:rPr lang="en-IN" dirty="0"/>
            </a:br>
            <a:br>
              <a:rPr lang="en-IN" dirty="0"/>
            </a:br>
            <a:endParaRPr lang="en-IN" dirty="0"/>
          </a:p>
        </p:txBody>
      </p:sp>
      <p:graphicFrame>
        <p:nvGraphicFramePr>
          <p:cNvPr id="4" name="Content Placeholder 3">
            <a:extLst>
              <a:ext uri="{FF2B5EF4-FFF2-40B4-BE49-F238E27FC236}">
                <a16:creationId xmlns:a16="http://schemas.microsoft.com/office/drawing/2014/main" id="{00B3594B-FD1D-27DC-4EEA-40FB4ED17A6B}"/>
              </a:ext>
            </a:extLst>
          </p:cNvPr>
          <p:cNvGraphicFramePr>
            <a:graphicFrameLocks noGrp="1"/>
          </p:cNvGraphicFramePr>
          <p:nvPr>
            <p:ph sz="half" idx="4294967295"/>
            <p:extLst>
              <p:ext uri="{D42A27DB-BD31-4B8C-83A1-F6EECF244321}">
                <p14:modId xmlns:p14="http://schemas.microsoft.com/office/powerpoint/2010/main" val="1603779149"/>
              </p:ext>
            </p:extLst>
          </p:nvPr>
        </p:nvGraphicFramePr>
        <p:xfrm>
          <a:off x="609025" y="899107"/>
          <a:ext cx="4384885" cy="2829175"/>
        </p:xfrm>
        <a:graphic>
          <a:graphicData uri="http://schemas.openxmlformats.org/drawingml/2006/table">
            <a:tbl>
              <a:tblPr>
                <a:noFill/>
                <a:tableStyleId>{5C22544A-7EE6-4342-B048-85BDC9FD1C3A}</a:tableStyleId>
              </a:tblPr>
              <a:tblGrid>
                <a:gridCol w="4384885">
                  <a:extLst>
                    <a:ext uri="{9D8B030D-6E8A-4147-A177-3AD203B41FA5}">
                      <a16:colId xmlns:a16="http://schemas.microsoft.com/office/drawing/2014/main" val="682125099"/>
                    </a:ext>
                  </a:extLst>
                </a:gridCol>
              </a:tblGrid>
              <a:tr h="2829175">
                <a:tc>
                  <a:txBody>
                    <a:bodyPr/>
                    <a:lstStyle/>
                    <a:p>
                      <a:pPr algn="l" fontAlgn="b">
                        <a:buNone/>
                      </a:pPr>
                      <a:r>
                        <a:rPr lang="en-IN" sz="1600" b="1" dirty="0">
                          <a:latin typeface="Times New Roman" panose="02020603050405020304" pitchFamily="18" charset="0"/>
                          <a:cs typeface="Times New Roman" panose="02020603050405020304" pitchFamily="18" charset="0"/>
                        </a:rPr>
                        <a:t>Pattern Analysis</a:t>
                      </a:r>
                      <a:br>
                        <a:rPr lang="en-IN" sz="1600" b="1" dirty="0">
                          <a:latin typeface="Times New Roman" panose="02020603050405020304" pitchFamily="18" charset="0"/>
                          <a:cs typeface="Times New Roman" panose="02020603050405020304" pitchFamily="18" charset="0"/>
                        </a:rPr>
                      </a:br>
                      <a:r>
                        <a:rPr lang="en-IN" sz="1800" b="1" dirty="0">
                          <a:latin typeface="Times New Roman" panose="02020603050405020304" pitchFamily="18" charset="0"/>
                          <a:cs typeface="Times New Roman" panose="02020603050405020304" pitchFamily="18" charset="0"/>
                        </a:rPr>
                        <a:t>✅ Gaming (PlayStation)</a:t>
                      </a:r>
                      <a:br>
                        <a:rPr lang="en-IN" sz="1800" b="1" dirty="0">
                          <a:latin typeface="Times New Roman" panose="02020603050405020304" pitchFamily="18" charset="0"/>
                          <a:cs typeface="Times New Roman" panose="02020603050405020304" pitchFamily="18" charset="0"/>
                        </a:rPr>
                      </a:br>
                      <a:r>
                        <a:rPr lang="en-IN" sz="1800" b="1" dirty="0">
                          <a:latin typeface="Times New Roman" panose="02020603050405020304" pitchFamily="18" charset="0"/>
                          <a:cs typeface="Times New Roman" panose="02020603050405020304" pitchFamily="18" charset="0"/>
                        </a:rPr>
                        <a:t>High in 18–29</a:t>
                      </a:r>
                      <a:br>
                        <a:rPr lang="en-IN" sz="1800" b="1" dirty="0">
                          <a:latin typeface="Times New Roman" panose="02020603050405020304" pitchFamily="18" charset="0"/>
                          <a:cs typeface="Times New Roman" panose="02020603050405020304" pitchFamily="18" charset="0"/>
                        </a:rPr>
                      </a:br>
                      <a:r>
                        <a:rPr lang="en-IN" sz="1800" b="1" dirty="0">
                          <a:latin typeface="Times New Roman" panose="02020603050405020304" pitchFamily="18" charset="0"/>
                          <a:cs typeface="Times New Roman" panose="02020603050405020304" pitchFamily="18" charset="0"/>
                        </a:rPr>
                        <a:t>Declines after 30</a:t>
                      </a:r>
                      <a:br>
                        <a:rPr lang="en-IN" sz="1800" b="1" dirty="0">
                          <a:latin typeface="Times New Roman" panose="02020603050405020304" pitchFamily="18" charset="0"/>
                          <a:cs typeface="Times New Roman" panose="02020603050405020304" pitchFamily="18" charset="0"/>
                        </a:rPr>
                      </a:br>
                      <a:r>
                        <a:rPr lang="en-IN" sz="1800" b="1" dirty="0">
                          <a:latin typeface="Times New Roman" panose="02020603050405020304" pitchFamily="18" charset="0"/>
                          <a:cs typeface="Times New Roman" panose="02020603050405020304" pitchFamily="18" charset="0"/>
                        </a:rPr>
                        <a:t>➡ Indicates gaming preference decreases with age.</a:t>
                      </a:r>
                      <a:br>
                        <a:rPr lang="en-IN" sz="1800" b="1" dirty="0">
                          <a:latin typeface="Times New Roman" panose="02020603050405020304" pitchFamily="18" charset="0"/>
                          <a:cs typeface="Times New Roman" panose="02020603050405020304" pitchFamily="18" charset="0"/>
                        </a:rPr>
                      </a:br>
                      <a:br>
                        <a:rPr lang="en-IN" sz="1800" b="1" dirty="0">
                          <a:latin typeface="Times New Roman" panose="02020603050405020304" pitchFamily="18" charset="0"/>
                          <a:cs typeface="Times New Roman" panose="02020603050405020304" pitchFamily="18" charset="0"/>
                        </a:rPr>
                      </a:br>
                      <a:endParaRPr lang="en-US" sz="1600" b="1" i="0" u="none" strike="noStrike" cap="none" spc="0" dirty="0">
                        <a:solidFill>
                          <a:schemeClr val="tx1"/>
                        </a:solidFill>
                        <a:effectLst/>
                        <a:latin typeface="Times New Roman" panose="02020603050405020304" pitchFamily="18" charset="0"/>
                        <a:cs typeface="Times New Roman" panose="02020603050405020304" pitchFamily="18" charset="0"/>
                      </a:endParaRPr>
                    </a:p>
                  </a:txBody>
                  <a:tcPr marL="176022" marR="20955" marT="50292" marB="377190" anchor="b">
                    <a:lnL w="9525" cap="flat" cmpd="sng" algn="ctr">
                      <a:solidFill>
                        <a:schemeClr val="tx1"/>
                      </a:solidFill>
                      <a:prstDash val="solid"/>
                    </a:lnL>
                    <a:lnR w="12700" cmpd="sng">
                      <a:noFill/>
                      <a:prstDash val="solid"/>
                    </a:lnR>
                    <a:lnT w="9525" cap="flat" cmpd="sng" algn="ctr">
                      <a:noFill/>
                      <a:prstDash val="solid"/>
                    </a:lnT>
                    <a:lnB w="12700" cmpd="sng">
                      <a:noFill/>
                      <a:prstDash val="solid"/>
                    </a:lnB>
                    <a:noFill/>
                  </a:tcPr>
                </a:tc>
                <a:extLst>
                  <a:ext uri="{0D108BD9-81ED-4DB2-BD59-A6C34878D82A}">
                    <a16:rowId xmlns:a16="http://schemas.microsoft.com/office/drawing/2014/main" val="1468113205"/>
                  </a:ext>
                </a:extLst>
              </a:tr>
            </a:tbl>
          </a:graphicData>
        </a:graphic>
      </p:graphicFrame>
      <p:pic>
        <p:nvPicPr>
          <p:cNvPr id="8" name="Picture 7">
            <a:extLst>
              <a:ext uri="{FF2B5EF4-FFF2-40B4-BE49-F238E27FC236}">
                <a16:creationId xmlns:a16="http://schemas.microsoft.com/office/drawing/2014/main" id="{81E3D435-486B-EC85-27F7-D39A1B4D8EC4}"/>
              </a:ext>
            </a:extLst>
          </p:cNvPr>
          <p:cNvPicPr>
            <a:picLocks noChangeAspect="1"/>
          </p:cNvPicPr>
          <p:nvPr/>
        </p:nvPicPr>
        <p:blipFill>
          <a:blip r:embed="rId2"/>
          <a:srcRect t="10428" b="28752"/>
          <a:stretch>
            <a:fillRect/>
          </a:stretch>
        </p:blipFill>
        <p:spPr>
          <a:xfrm>
            <a:off x="1087" y="3192744"/>
            <a:ext cx="11582976" cy="2036753"/>
          </a:xfrm>
          <a:prstGeom prst="rect">
            <a:avLst/>
          </a:prstGeom>
        </p:spPr>
      </p:pic>
      <p:sp>
        <p:nvSpPr>
          <p:cNvPr id="15" name="TextBox 14">
            <a:extLst>
              <a:ext uri="{FF2B5EF4-FFF2-40B4-BE49-F238E27FC236}">
                <a16:creationId xmlns:a16="http://schemas.microsoft.com/office/drawing/2014/main" id="{EC361C9A-CD39-F6AE-F9C3-CF30164C0CEB}"/>
              </a:ext>
            </a:extLst>
          </p:cNvPr>
          <p:cNvSpPr txBox="1"/>
          <p:nvPr/>
        </p:nvSpPr>
        <p:spPr>
          <a:xfrm>
            <a:off x="192687" y="84229"/>
            <a:ext cx="10897510" cy="584775"/>
          </a:xfrm>
          <a:prstGeom prst="rect">
            <a:avLst/>
          </a:prstGeom>
          <a:noFill/>
        </p:spPr>
        <p:txBody>
          <a:bodyPr wrap="square">
            <a:spAutoFit/>
          </a:bodyPr>
          <a:lstStyle/>
          <a:p>
            <a:r>
              <a:rPr lang="en-US" sz="3200" b="1" dirty="0"/>
              <a:t>3. Does age influences the platform choice?</a:t>
            </a:r>
            <a:endParaRPr lang="en-US" sz="3200" b="1" dirty="0">
              <a:latin typeface="Calibri" panose="020F0502020204030204" pitchFamily="34" charset="0"/>
            </a:endParaRPr>
          </a:p>
        </p:txBody>
      </p:sp>
      <p:sp>
        <p:nvSpPr>
          <p:cNvPr id="17" name="TextBox 16">
            <a:extLst>
              <a:ext uri="{FF2B5EF4-FFF2-40B4-BE49-F238E27FC236}">
                <a16:creationId xmlns:a16="http://schemas.microsoft.com/office/drawing/2014/main" id="{97B54F31-118B-2376-4C48-425A1259D630}"/>
              </a:ext>
            </a:extLst>
          </p:cNvPr>
          <p:cNvSpPr txBox="1"/>
          <p:nvPr/>
        </p:nvSpPr>
        <p:spPr>
          <a:xfrm>
            <a:off x="5609369" y="884420"/>
            <a:ext cx="5183550" cy="2308324"/>
          </a:xfrm>
          <a:prstGeom prst="rect">
            <a:avLst/>
          </a:prstGeom>
          <a:noFill/>
        </p:spPr>
        <p:txBody>
          <a:bodyPr wrap="square">
            <a:spAutoFit/>
          </a:bodyPr>
          <a:lstStyle/>
          <a:p>
            <a:r>
              <a:rPr lang="en-IN" sz="1800" b="1" dirty="0">
                <a:latin typeface="Times New Roman" panose="02020603050405020304" pitchFamily="18" charset="0"/>
                <a:cs typeface="Times New Roman" panose="02020603050405020304" pitchFamily="18" charset="0"/>
              </a:rPr>
              <a:t>✅ TV</a:t>
            </a:r>
            <a:br>
              <a:rPr lang="en-IN" sz="1800" b="1" dirty="0">
                <a:latin typeface="Times New Roman" panose="02020603050405020304" pitchFamily="18" charset="0"/>
                <a:cs typeface="Times New Roman" panose="02020603050405020304" pitchFamily="18" charset="0"/>
              </a:rPr>
            </a:br>
            <a:r>
              <a:rPr lang="en-IN" sz="1800" b="1" dirty="0">
                <a:latin typeface="Times New Roman" panose="02020603050405020304" pitchFamily="18" charset="0"/>
                <a:cs typeface="Times New Roman" panose="02020603050405020304" pitchFamily="18" charset="0"/>
              </a:rPr>
              <a:t>Remains consistent across all age groups.</a:t>
            </a:r>
            <a:br>
              <a:rPr lang="en-IN" sz="1800" b="1" dirty="0">
                <a:latin typeface="Times New Roman" panose="02020603050405020304" pitchFamily="18" charset="0"/>
                <a:cs typeface="Times New Roman" panose="02020603050405020304" pitchFamily="18" charset="0"/>
              </a:rPr>
            </a:br>
            <a:r>
              <a:rPr lang="en-IN" sz="1800" b="1" dirty="0">
                <a:latin typeface="Times New Roman" panose="02020603050405020304" pitchFamily="18" charset="0"/>
                <a:cs typeface="Times New Roman" panose="02020603050405020304" pitchFamily="18" charset="0"/>
              </a:rPr>
              <a:t>➡ Traditional media still holds stable relevance</a:t>
            </a:r>
          </a:p>
          <a:p>
            <a:r>
              <a:rPr lang="en-IN" b="1" dirty="0">
                <a:latin typeface="Times New Roman" panose="02020603050405020304" pitchFamily="18" charset="0"/>
                <a:cs typeface="Times New Roman" panose="02020603050405020304" pitchFamily="18" charset="0"/>
              </a:rPr>
              <a:t>✅ OTT Platforms (Netflix, Hotstar, Prime)</a:t>
            </a:r>
            <a:br>
              <a:rPr lang="en-IN" b="1"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Strong in 18–29</a:t>
            </a:r>
            <a:br>
              <a:rPr lang="en-IN" b="1"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Slight decline in older age groups</a:t>
            </a:r>
            <a:br>
              <a:rPr lang="en-IN" b="1"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 Younger groups prefer streaming-heavy consumption.</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313780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AD004F-2E52-A041-6835-266E7B3C7E46}"/>
              </a:ext>
            </a:extLst>
          </p:cNvPr>
          <p:cNvSpPr>
            <a:spLocks noGrp="1"/>
          </p:cNvSpPr>
          <p:nvPr>
            <p:ph type="title"/>
          </p:nvPr>
        </p:nvSpPr>
        <p:spPr>
          <a:xfrm>
            <a:off x="838200" y="977521"/>
            <a:ext cx="10515600" cy="1325563"/>
          </a:xfrm>
        </p:spPr>
        <p:txBody>
          <a:bodyPr>
            <a:noAutofit/>
          </a:bodyPr>
          <a:lstStyle/>
          <a:p>
            <a:r>
              <a:rPr lang="en-US" sz="2400" dirty="0"/>
              <a:t>🎯 </a:t>
            </a:r>
            <a:r>
              <a:rPr lang="en-US" sz="2400" dirty="0">
                <a:highlight>
                  <a:srgbClr val="FFFF00"/>
                </a:highlight>
              </a:rPr>
              <a:t>Final Conclusion</a:t>
            </a:r>
            <a:br>
              <a:rPr lang="en-US" sz="2400" dirty="0"/>
            </a:br>
            <a:r>
              <a:rPr lang="en-US" sz="2400" dirty="0"/>
              <a:t>Yes, age influences platform choice. Younger age groups (18–29) show stronger preference for digital streaming and gaming platforms, while older groups (30+) demonstrate relatively higher stability toward traditional platforms like TV and music streaming. However, TV remains consistently relevant across all age segments.</a:t>
            </a:r>
            <a:br>
              <a:rPr lang="en-US" sz="2400" dirty="0"/>
            </a:br>
            <a:endParaRPr lang="en-IN" sz="2400" dirty="0"/>
          </a:p>
        </p:txBody>
      </p:sp>
      <p:pic>
        <p:nvPicPr>
          <p:cNvPr id="5" name="Content Placeholder 4">
            <a:extLst>
              <a:ext uri="{FF2B5EF4-FFF2-40B4-BE49-F238E27FC236}">
                <a16:creationId xmlns:a16="http://schemas.microsoft.com/office/drawing/2014/main" id="{8D0C8D08-7358-4D79-946E-9BF7E4C87E26}"/>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2183"/>
          <a:stretch>
            <a:fillRect/>
          </a:stretch>
        </p:blipFill>
        <p:spPr>
          <a:xfrm>
            <a:off x="0" y="2706809"/>
            <a:ext cx="12087069" cy="3696216"/>
          </a:xfrm>
          <a:prstGeom prst="rect">
            <a:avLst/>
          </a:prstGeom>
        </p:spPr>
      </p:pic>
    </p:spTree>
    <p:extLst>
      <p:ext uri="{BB962C8B-B14F-4D97-AF65-F5344CB8AC3E}">
        <p14:creationId xmlns:p14="http://schemas.microsoft.com/office/powerpoint/2010/main" val="36721564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BDF16C-B752-3823-8514-C6D6C7FF688F}"/>
              </a:ext>
            </a:extLst>
          </p:cNvPr>
          <p:cNvSpPr>
            <a:spLocks noGrp="1"/>
          </p:cNvSpPr>
          <p:nvPr>
            <p:ph type="title"/>
          </p:nvPr>
        </p:nvSpPr>
        <p:spPr>
          <a:xfrm>
            <a:off x="5254054" y="657866"/>
            <a:ext cx="5358982" cy="1153881"/>
          </a:xfrm>
        </p:spPr>
        <p:txBody>
          <a:bodyPr>
            <a:normAutofit fontScale="90000"/>
          </a:bodyPr>
          <a:lstStyle/>
          <a:p>
            <a:r>
              <a:rPr lang="en-US" sz="2800" dirty="0"/>
              <a:t>Average (Mean) Monthly Spending = ₹1,538.38 per person</a:t>
            </a:r>
            <a:endParaRPr lang="en-IN" sz="2800" dirty="0"/>
          </a:p>
        </p:txBody>
      </p:sp>
      <p:sp>
        <p:nvSpPr>
          <p:cNvPr id="3" name="Content Placeholder 2">
            <a:extLst>
              <a:ext uri="{FF2B5EF4-FFF2-40B4-BE49-F238E27FC236}">
                <a16:creationId xmlns:a16="http://schemas.microsoft.com/office/drawing/2014/main" id="{8198686F-23C2-A8A9-1174-E47251973EFD}"/>
              </a:ext>
            </a:extLst>
          </p:cNvPr>
          <p:cNvSpPr>
            <a:spLocks noGrp="1"/>
          </p:cNvSpPr>
          <p:nvPr>
            <p:ph idx="1"/>
          </p:nvPr>
        </p:nvSpPr>
        <p:spPr>
          <a:xfrm>
            <a:off x="6032118" y="2741163"/>
            <a:ext cx="5037790" cy="6687650"/>
          </a:xfrm>
        </p:spPr>
        <p:txBody>
          <a:bodyPr>
            <a:normAutofit/>
          </a:bodyPr>
          <a:lstStyle/>
          <a:p>
            <a:r>
              <a:rPr lang="en-US" sz="2600" b="1" dirty="0"/>
              <a:t>📌 Supporting Statistical Evidence</a:t>
            </a:r>
          </a:p>
          <a:p>
            <a:r>
              <a:rPr lang="en-US" sz="2600" b="1" dirty="0"/>
              <a:t>1️⃣ Central Tendency</a:t>
            </a:r>
          </a:p>
          <a:p>
            <a:r>
              <a:rPr lang="en-US" sz="2600" b="1" dirty="0"/>
              <a:t>Mean:</a:t>
            </a:r>
            <a:r>
              <a:rPr lang="en-US" sz="2600" dirty="0"/>
              <a:t> ₹1,538.38</a:t>
            </a:r>
          </a:p>
          <a:p>
            <a:r>
              <a:rPr lang="en-US" sz="2600" b="1" dirty="0"/>
              <a:t>Median:</a:t>
            </a:r>
            <a:r>
              <a:rPr lang="en-US" sz="2600" dirty="0"/>
              <a:t> ₹1,555</a:t>
            </a:r>
          </a:p>
          <a:p>
            <a:r>
              <a:rPr lang="en-US" sz="2600" dirty="0"/>
              <a:t>The mean and median are very close (difference of ₹17).</a:t>
            </a:r>
          </a:p>
          <a:p>
            <a:pPr marL="0" indent="0">
              <a:buNone/>
            </a:pPr>
            <a:endParaRPr lang="en-IN" sz="2600" dirty="0"/>
          </a:p>
        </p:txBody>
      </p:sp>
      <p:pic>
        <p:nvPicPr>
          <p:cNvPr id="7" name="Picture 6">
            <a:extLst>
              <a:ext uri="{FF2B5EF4-FFF2-40B4-BE49-F238E27FC236}">
                <a16:creationId xmlns:a16="http://schemas.microsoft.com/office/drawing/2014/main" id="{E93BDA83-A2F5-EF4D-6DB9-C509C81733FA}"/>
              </a:ext>
            </a:extLst>
          </p:cNvPr>
          <p:cNvPicPr>
            <a:picLocks noChangeAspect="1"/>
          </p:cNvPicPr>
          <p:nvPr/>
        </p:nvPicPr>
        <p:blipFill>
          <a:blip r:embed="rId2">
            <a:extLst>
              <a:ext uri="{28A0092B-C50C-407E-A947-70E740481C1C}">
                <a14:useLocalDpi xmlns:a14="http://schemas.microsoft.com/office/drawing/2010/main" val="0"/>
              </a:ext>
            </a:extLst>
          </a:blip>
          <a:srcRect l="3455"/>
          <a:stretch>
            <a:fillRect/>
          </a:stretch>
        </p:blipFill>
        <p:spPr>
          <a:xfrm>
            <a:off x="855749" y="1222244"/>
            <a:ext cx="4398303" cy="2108422"/>
          </a:xfrm>
          <a:custGeom>
            <a:avLst/>
            <a:gdLst/>
            <a:ahLst/>
            <a:cxnLst/>
            <a:rect l="l" t="t" r="r" b="b"/>
            <a:pathLst>
              <a:path w="4555700" h="2733294">
                <a:moveTo>
                  <a:pt x="82217" y="0"/>
                </a:moveTo>
                <a:lnTo>
                  <a:pt x="4473483" y="0"/>
                </a:lnTo>
                <a:cubicBezTo>
                  <a:pt x="4518890" y="0"/>
                  <a:pt x="4555700" y="36810"/>
                  <a:pt x="4555700" y="82217"/>
                </a:cubicBezTo>
                <a:lnTo>
                  <a:pt x="4555700" y="2651077"/>
                </a:lnTo>
                <a:cubicBezTo>
                  <a:pt x="4555700" y="2696484"/>
                  <a:pt x="4518890" y="2733294"/>
                  <a:pt x="4473483" y="2733294"/>
                </a:cubicBezTo>
                <a:lnTo>
                  <a:pt x="82217" y="2733294"/>
                </a:lnTo>
                <a:cubicBezTo>
                  <a:pt x="36810" y="2733294"/>
                  <a:pt x="0" y="2696484"/>
                  <a:pt x="0" y="2651077"/>
                </a:cubicBezTo>
                <a:lnTo>
                  <a:pt x="0" y="82217"/>
                </a:lnTo>
                <a:cubicBezTo>
                  <a:pt x="0" y="36810"/>
                  <a:pt x="36810" y="0"/>
                  <a:pt x="82217" y="0"/>
                </a:cubicBezTo>
                <a:close/>
              </a:path>
            </a:pathLst>
          </a:custGeom>
        </p:spPr>
      </p:pic>
      <p:pic>
        <p:nvPicPr>
          <p:cNvPr id="5" name="Picture 4">
            <a:extLst>
              <a:ext uri="{FF2B5EF4-FFF2-40B4-BE49-F238E27FC236}">
                <a16:creationId xmlns:a16="http://schemas.microsoft.com/office/drawing/2014/main" id="{B35AA488-CBB2-77E9-E26D-BC2DF4A6B968}"/>
              </a:ext>
            </a:extLst>
          </p:cNvPr>
          <p:cNvPicPr>
            <a:picLocks noChangeAspect="1"/>
          </p:cNvPicPr>
          <p:nvPr/>
        </p:nvPicPr>
        <p:blipFill>
          <a:blip r:embed="rId3">
            <a:extLst>
              <a:ext uri="{28A0092B-C50C-407E-A947-70E740481C1C}">
                <a14:useLocalDpi xmlns:a14="http://schemas.microsoft.com/office/drawing/2010/main" val="0"/>
              </a:ext>
            </a:extLst>
          </a:blip>
          <a:srcRect r="3455"/>
          <a:stretch>
            <a:fillRect/>
          </a:stretch>
        </p:blipFill>
        <p:spPr>
          <a:xfrm>
            <a:off x="855749" y="3464157"/>
            <a:ext cx="4398303" cy="2733293"/>
          </a:xfrm>
          <a:custGeom>
            <a:avLst/>
            <a:gdLst/>
            <a:ahLst/>
            <a:cxnLst/>
            <a:rect l="l" t="t" r="r" b="b"/>
            <a:pathLst>
              <a:path w="4438338" h="2323972">
                <a:moveTo>
                  <a:pt x="69905" y="0"/>
                </a:moveTo>
                <a:lnTo>
                  <a:pt x="4368433" y="0"/>
                </a:lnTo>
                <a:cubicBezTo>
                  <a:pt x="4407040" y="0"/>
                  <a:pt x="4438338" y="31298"/>
                  <a:pt x="4438338" y="69905"/>
                </a:cubicBezTo>
                <a:lnTo>
                  <a:pt x="4438338" y="2254067"/>
                </a:lnTo>
                <a:cubicBezTo>
                  <a:pt x="4438338" y="2292674"/>
                  <a:pt x="4407040" y="2323972"/>
                  <a:pt x="4368433" y="2323972"/>
                </a:cubicBezTo>
                <a:lnTo>
                  <a:pt x="69905" y="2323972"/>
                </a:lnTo>
                <a:cubicBezTo>
                  <a:pt x="31298" y="2323972"/>
                  <a:pt x="0" y="2292674"/>
                  <a:pt x="0" y="2254067"/>
                </a:cubicBezTo>
                <a:lnTo>
                  <a:pt x="0" y="69905"/>
                </a:lnTo>
                <a:cubicBezTo>
                  <a:pt x="0" y="31298"/>
                  <a:pt x="31298" y="0"/>
                  <a:pt x="69905" y="0"/>
                </a:cubicBezTo>
                <a:close/>
              </a:path>
            </a:pathLst>
          </a:custGeom>
        </p:spPr>
      </p:pic>
      <p:sp>
        <p:nvSpPr>
          <p:cNvPr id="6" name="TextBox 5">
            <a:extLst>
              <a:ext uri="{FF2B5EF4-FFF2-40B4-BE49-F238E27FC236}">
                <a16:creationId xmlns:a16="http://schemas.microsoft.com/office/drawing/2014/main" id="{494D60C0-20E9-73D1-EFBD-47AD34BC8FD8}"/>
              </a:ext>
            </a:extLst>
          </p:cNvPr>
          <p:cNvSpPr txBox="1"/>
          <p:nvPr/>
        </p:nvSpPr>
        <p:spPr>
          <a:xfrm>
            <a:off x="-1579044" y="134646"/>
            <a:ext cx="13127575" cy="954107"/>
          </a:xfrm>
          <a:prstGeom prst="rect">
            <a:avLst/>
          </a:prstGeom>
          <a:noFill/>
        </p:spPr>
        <p:txBody>
          <a:bodyPr wrap="square">
            <a:spAutoFit/>
          </a:bodyPr>
          <a:lstStyle/>
          <a:p>
            <a:pPr algn="ctr" fontAlgn="b"/>
            <a:r>
              <a:rPr lang="en-IN" sz="2800" b="1" dirty="0"/>
              <a:t>4. What is the Average Monthly Spending on Entertainment?</a:t>
            </a:r>
            <a:endParaRPr lang="en-US" sz="2800" b="1" dirty="0"/>
          </a:p>
          <a:p>
            <a:pPr algn="ctr" fontAlgn="b">
              <a:buNone/>
            </a:pPr>
            <a:endParaRPr lang="en-US" sz="2800" b="1" i="0" u="none" strike="noStrike" dirty="0">
              <a:solidFill>
                <a:srgbClr val="000000"/>
              </a:solidFill>
              <a:effectLst/>
              <a:latin typeface="Calibri" panose="020F0502020204030204" pitchFamily="34" charset="0"/>
            </a:endParaRPr>
          </a:p>
        </p:txBody>
      </p:sp>
    </p:spTree>
    <p:extLst>
      <p:ext uri="{BB962C8B-B14F-4D97-AF65-F5344CB8AC3E}">
        <p14:creationId xmlns:p14="http://schemas.microsoft.com/office/powerpoint/2010/main" val="37106696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F0511-BC55-A322-E877-406B0B837A91}"/>
              </a:ext>
            </a:extLst>
          </p:cNvPr>
          <p:cNvSpPr>
            <a:spLocks noGrp="1"/>
          </p:cNvSpPr>
          <p:nvPr>
            <p:ph type="title"/>
          </p:nvPr>
        </p:nvSpPr>
        <p:spPr>
          <a:xfrm>
            <a:off x="762001" y="1141710"/>
            <a:ext cx="3234466" cy="5716283"/>
          </a:xfrm>
        </p:spPr>
        <p:txBody>
          <a:bodyPr vert="horz" lIns="91440" tIns="45720" rIns="91440" bIns="45720" rtlCol="0" anchor="t">
            <a:normAutofit/>
          </a:bodyPr>
          <a:lstStyle/>
          <a:p>
            <a:r>
              <a:rPr lang="en-US" sz="2000" dirty="0"/>
              <a:t>➡ This indicates the distribution is </a:t>
            </a:r>
            <a:r>
              <a:rPr lang="en-US" sz="2000" b="1" dirty="0"/>
              <a:t>approximately symmetrical</a:t>
            </a:r>
            <a:r>
              <a:rPr lang="en-US" sz="2000" dirty="0"/>
              <a:t> with very slight negative skewness.</a:t>
            </a:r>
            <a:br>
              <a:rPr lang="en-US" sz="2000" dirty="0"/>
            </a:br>
            <a:br>
              <a:rPr lang="en-US" sz="2000" dirty="0"/>
            </a:br>
            <a:r>
              <a:rPr lang="en-US" sz="2000" dirty="0"/>
              <a:t>➡</a:t>
            </a:r>
            <a:r>
              <a:rPr lang="en-US" sz="2000" kern="1200" dirty="0">
                <a:solidFill>
                  <a:schemeClr val="tx1"/>
                </a:solidFill>
                <a:latin typeface="+mj-lt"/>
                <a:ea typeface="+mj-ea"/>
                <a:cs typeface="+mj-cs"/>
              </a:rPr>
              <a:t>The average monthly spending on entertainment is approximately ₹1,538 per person. The distribution is fairly balanced with moderate variability and no significant outliers, indicating stable spending behavior among respondents.</a:t>
            </a:r>
            <a:br>
              <a:rPr lang="en-US" sz="2000" kern="1200" dirty="0">
                <a:solidFill>
                  <a:schemeClr val="tx1"/>
                </a:solidFill>
                <a:latin typeface="+mj-lt"/>
                <a:ea typeface="+mj-ea"/>
                <a:cs typeface="+mj-cs"/>
              </a:rPr>
            </a:br>
            <a:endParaRPr lang="en-US" sz="2000" kern="1200" dirty="0">
              <a:solidFill>
                <a:schemeClr val="tx1"/>
              </a:solidFill>
              <a:latin typeface="+mj-lt"/>
              <a:ea typeface="+mj-ea"/>
              <a:cs typeface="+mj-cs"/>
            </a:endParaRPr>
          </a:p>
        </p:txBody>
      </p:sp>
      <p:pic>
        <p:nvPicPr>
          <p:cNvPr id="5" name="Content Placeholder 4">
            <a:extLst>
              <a:ext uri="{FF2B5EF4-FFF2-40B4-BE49-F238E27FC236}">
                <a16:creationId xmlns:a16="http://schemas.microsoft.com/office/drawing/2014/main" id="{BA5B5E5A-A73C-0FFF-2E27-1048CA75D05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615543" y="972530"/>
            <a:ext cx="6711317" cy="4932817"/>
          </a:xfrm>
          <a:prstGeom prst="rect">
            <a:avLst/>
          </a:prstGeom>
        </p:spPr>
      </p:pic>
    </p:spTree>
    <p:extLst>
      <p:ext uri="{BB962C8B-B14F-4D97-AF65-F5344CB8AC3E}">
        <p14:creationId xmlns:p14="http://schemas.microsoft.com/office/powerpoint/2010/main" val="22176049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09E5D1-CF82-D389-91A5-3D5EAA8665FD}"/>
              </a:ext>
            </a:extLst>
          </p:cNvPr>
          <p:cNvSpPr>
            <a:spLocks noGrp="1"/>
          </p:cNvSpPr>
          <p:nvPr>
            <p:ph type="title"/>
          </p:nvPr>
        </p:nvSpPr>
        <p:spPr>
          <a:xfrm>
            <a:off x="455328" y="265334"/>
            <a:ext cx="10783821" cy="1953210"/>
          </a:xfrm>
        </p:spPr>
        <p:txBody>
          <a:bodyPr>
            <a:normAutofit/>
          </a:bodyPr>
          <a:lstStyle/>
          <a:p>
            <a:r>
              <a:rPr lang="en-US" b="1" dirty="0"/>
              <a:t>5.</a:t>
            </a:r>
            <a:r>
              <a:rPr lang="en-US" dirty="0"/>
              <a:t> </a:t>
            </a:r>
            <a:r>
              <a:rPr lang="en-US" b="1" dirty="0"/>
              <a:t>Does subscription status impact satisfaction level?</a:t>
            </a:r>
            <a:br>
              <a:rPr lang="en-US" dirty="0">
                <a:solidFill>
                  <a:srgbClr val="000000"/>
                </a:solidFill>
                <a:latin typeface="Calibri" panose="020F0502020204030204" pitchFamily="34" charset="0"/>
              </a:rPr>
            </a:br>
            <a:endParaRPr lang="en-IN" dirty="0"/>
          </a:p>
        </p:txBody>
      </p:sp>
      <p:pic>
        <p:nvPicPr>
          <p:cNvPr id="5" name="Content Placeholder 4">
            <a:extLst>
              <a:ext uri="{FF2B5EF4-FFF2-40B4-BE49-F238E27FC236}">
                <a16:creationId xmlns:a16="http://schemas.microsoft.com/office/drawing/2014/main" id="{EE70890E-58D9-CDD1-E276-038671356778}"/>
              </a:ext>
            </a:extLst>
          </p:cNvPr>
          <p:cNvPicPr>
            <a:picLocks noGrp="1" noChangeAspect="1"/>
          </p:cNvPicPr>
          <p:nvPr>
            <p:ph idx="1"/>
          </p:nvPr>
        </p:nvPicPr>
        <p:blipFill>
          <a:blip r:embed="rId2"/>
          <a:stretch>
            <a:fillRect/>
          </a:stretch>
        </p:blipFill>
        <p:spPr>
          <a:xfrm>
            <a:off x="455328" y="1771419"/>
            <a:ext cx="4067743" cy="1657581"/>
          </a:xfrm>
          <a:prstGeom prst="rect">
            <a:avLst/>
          </a:prstGeom>
        </p:spPr>
      </p:pic>
      <p:pic>
        <p:nvPicPr>
          <p:cNvPr id="7" name="Picture 6">
            <a:extLst>
              <a:ext uri="{FF2B5EF4-FFF2-40B4-BE49-F238E27FC236}">
                <a16:creationId xmlns:a16="http://schemas.microsoft.com/office/drawing/2014/main" id="{96C8F61A-C3C7-2D19-751B-D7516DEEA6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5716" y="3609522"/>
            <a:ext cx="5077534" cy="3248478"/>
          </a:xfrm>
          <a:prstGeom prst="rect">
            <a:avLst/>
          </a:prstGeom>
        </p:spPr>
      </p:pic>
      <p:pic>
        <p:nvPicPr>
          <p:cNvPr id="9" name="Picture 8">
            <a:extLst>
              <a:ext uri="{FF2B5EF4-FFF2-40B4-BE49-F238E27FC236}">
                <a16:creationId xmlns:a16="http://schemas.microsoft.com/office/drawing/2014/main" id="{3458A410-F2D4-7DDF-50D7-64D3642ED86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81155" y="1375762"/>
            <a:ext cx="6157994" cy="3900776"/>
          </a:xfrm>
          <a:prstGeom prst="rect">
            <a:avLst/>
          </a:prstGeom>
        </p:spPr>
      </p:pic>
      <p:sp>
        <p:nvSpPr>
          <p:cNvPr id="11" name="TextBox 10">
            <a:extLst>
              <a:ext uri="{FF2B5EF4-FFF2-40B4-BE49-F238E27FC236}">
                <a16:creationId xmlns:a16="http://schemas.microsoft.com/office/drawing/2014/main" id="{71CDC888-612A-A7B1-A8F4-27763ACB7170}"/>
              </a:ext>
            </a:extLst>
          </p:cNvPr>
          <p:cNvSpPr txBox="1"/>
          <p:nvPr/>
        </p:nvSpPr>
        <p:spPr>
          <a:xfrm>
            <a:off x="5408800" y="4143410"/>
            <a:ext cx="5830349" cy="2677656"/>
          </a:xfrm>
          <a:prstGeom prst="rect">
            <a:avLst/>
          </a:prstGeom>
          <a:noFill/>
        </p:spPr>
        <p:txBody>
          <a:bodyPr wrap="square" rtlCol="0">
            <a:spAutoFit/>
          </a:bodyPr>
          <a:lstStyle/>
          <a:p>
            <a:r>
              <a:rPr lang="en-US" dirty="0"/>
              <a:t>.</a:t>
            </a:r>
          </a:p>
          <a:p>
            <a:br>
              <a:rPr lang="en-US" dirty="0"/>
            </a:br>
            <a:endParaRPr lang="en-US" dirty="0">
              <a:highlight>
                <a:srgbClr val="FFFF00"/>
              </a:highlight>
            </a:endParaRPr>
          </a:p>
          <a:p>
            <a:r>
              <a:rPr lang="en-US" sz="1600" b="1" dirty="0">
                <a:highlight>
                  <a:srgbClr val="FFFF00"/>
                </a:highlight>
              </a:rPr>
              <a:t>🎯 Conclusion</a:t>
            </a:r>
          </a:p>
          <a:p>
            <a:r>
              <a:rPr lang="en-US" sz="1600" dirty="0"/>
              <a:t>Subscription status does not significantly impact satisfaction level. While free users show slightly higher top-level satisfaction and paid users show marginally higher dissatisfaction at lower ratings, the overall variation between groups is minimal.</a:t>
            </a:r>
          </a:p>
          <a:p>
            <a:endParaRPr lang="en-IN" dirty="0"/>
          </a:p>
        </p:txBody>
      </p:sp>
    </p:spTree>
    <p:extLst>
      <p:ext uri="{BB962C8B-B14F-4D97-AF65-F5344CB8AC3E}">
        <p14:creationId xmlns:p14="http://schemas.microsoft.com/office/powerpoint/2010/main" val="572374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10BA129-D9D5-2A60-CA7C-18ED407A7091}"/>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130BFCE6-8319-185E-30D4-7DE96688D795}"/>
              </a:ext>
            </a:extLst>
          </p:cNvPr>
          <p:cNvSpPr>
            <a:spLocks noGrp="1"/>
          </p:cNvSpPr>
          <p:nvPr>
            <p:ph type="title"/>
          </p:nvPr>
        </p:nvSpPr>
        <p:spPr>
          <a:xfrm>
            <a:off x="1484311" y="-685800"/>
            <a:ext cx="10018713" cy="3124199"/>
          </a:xfrm>
        </p:spPr>
        <p:txBody>
          <a:bodyPr>
            <a:normAutofit/>
          </a:bodyPr>
          <a:lstStyle/>
          <a:p>
            <a:r>
              <a:rPr lang="en-US" b="1" dirty="0">
                <a:latin typeface="Calibri" panose="020F0502020204030204" pitchFamily="34" charset="0"/>
              </a:rPr>
              <a:t>6. Is there </a:t>
            </a:r>
            <a:r>
              <a:rPr lang="en-US" b="1" dirty="0" err="1">
                <a:latin typeface="Calibri" panose="020F0502020204030204" pitchFamily="34" charset="0"/>
              </a:rPr>
              <a:t>corelation</a:t>
            </a:r>
            <a:r>
              <a:rPr lang="en-US" b="1" dirty="0">
                <a:latin typeface="Calibri" panose="020F0502020204030204" pitchFamily="34" charset="0"/>
              </a:rPr>
              <a:t> between weekly hours and spending?</a:t>
            </a:r>
            <a:br>
              <a:rPr lang="en-US" b="1" dirty="0">
                <a:latin typeface="Calibri" panose="020F0502020204030204" pitchFamily="34" charset="0"/>
              </a:rPr>
            </a:br>
            <a:endParaRPr lang="en-US" dirty="0"/>
          </a:p>
        </p:txBody>
      </p:sp>
      <p:graphicFrame>
        <p:nvGraphicFramePr>
          <p:cNvPr id="8" name="Content Placeholder 7">
            <a:extLst>
              <a:ext uri="{FF2B5EF4-FFF2-40B4-BE49-F238E27FC236}">
                <a16:creationId xmlns:a16="http://schemas.microsoft.com/office/drawing/2014/main" id="{7F2C52CF-BF19-6804-52E0-538276CF69B7}"/>
              </a:ext>
            </a:extLst>
          </p:cNvPr>
          <p:cNvGraphicFramePr>
            <a:graphicFrameLocks noGrp="1"/>
          </p:cNvGraphicFramePr>
          <p:nvPr>
            <p:ph sz="half" idx="1"/>
            <p:extLst>
              <p:ext uri="{D42A27DB-BD31-4B8C-83A1-F6EECF244321}">
                <p14:modId xmlns:p14="http://schemas.microsoft.com/office/powerpoint/2010/main" val="141240857"/>
              </p:ext>
            </p:extLst>
          </p:nvPr>
        </p:nvGraphicFramePr>
        <p:xfrm>
          <a:off x="2503357" y="1079291"/>
          <a:ext cx="3710323" cy="5605048"/>
        </p:xfrm>
        <a:graphic>
          <a:graphicData uri="http://schemas.openxmlformats.org/drawingml/2006/table">
            <a:tbl>
              <a:tblPr>
                <a:tableStyleId>{5C22544A-7EE6-4342-B048-85BDC9FD1C3A}</a:tableStyleId>
              </a:tblPr>
              <a:tblGrid>
                <a:gridCol w="2254373">
                  <a:extLst>
                    <a:ext uri="{9D8B030D-6E8A-4147-A177-3AD203B41FA5}">
                      <a16:colId xmlns:a16="http://schemas.microsoft.com/office/drawing/2014/main" val="97247058"/>
                    </a:ext>
                  </a:extLst>
                </a:gridCol>
                <a:gridCol w="1455950">
                  <a:extLst>
                    <a:ext uri="{9D8B030D-6E8A-4147-A177-3AD203B41FA5}">
                      <a16:colId xmlns:a16="http://schemas.microsoft.com/office/drawing/2014/main" val="1881524139"/>
                    </a:ext>
                  </a:extLst>
                </a:gridCol>
              </a:tblGrid>
              <a:tr h="180808">
                <a:tc>
                  <a:txBody>
                    <a:bodyPr/>
                    <a:lstStyle/>
                    <a:p>
                      <a:pPr algn="ctr" fontAlgn="b">
                        <a:buNone/>
                      </a:pPr>
                      <a:r>
                        <a:rPr lang="en-US" sz="800" u="none" strike="noStrike">
                          <a:effectLst/>
                        </a:rPr>
                        <a:t>Hours Spent on Weekly basis</a:t>
                      </a:r>
                      <a:endParaRPr lang="en-US" sz="800" b="1" i="0" u="none" strike="noStrike">
                        <a:solidFill>
                          <a:srgbClr val="000000"/>
                        </a:solidFill>
                        <a:effectLst/>
                        <a:latin typeface="Calibri" panose="020F0502020204030204" pitchFamily="34" charset="0"/>
                      </a:endParaRPr>
                    </a:p>
                  </a:txBody>
                  <a:tcPr marL="6629" marR="6629" marT="7018" marB="0" anchor="b"/>
                </a:tc>
                <a:tc>
                  <a:txBody>
                    <a:bodyPr/>
                    <a:lstStyle/>
                    <a:p>
                      <a:pPr algn="ctr" fontAlgn="b">
                        <a:buNone/>
                      </a:pPr>
                      <a:r>
                        <a:rPr lang="en-US" sz="800" u="none" strike="noStrike">
                          <a:effectLst/>
                        </a:rPr>
                        <a:t>Sum of Monthly_Spending_INR</a:t>
                      </a:r>
                      <a:endParaRPr lang="en-US" sz="800" b="1" i="0" u="none" strike="noStrike">
                        <a:solidFill>
                          <a:srgbClr val="000000"/>
                        </a:solidFill>
                        <a:effectLst/>
                        <a:latin typeface="Calibri" panose="020F0502020204030204" pitchFamily="34" charset="0"/>
                      </a:endParaRPr>
                    </a:p>
                  </a:txBody>
                  <a:tcPr marL="6629" marR="6629" marT="7018" marB="0" anchor="b"/>
                </a:tc>
                <a:extLst>
                  <a:ext uri="{0D108BD9-81ED-4DB2-BD59-A6C34878D82A}">
                    <a16:rowId xmlns:a16="http://schemas.microsoft.com/office/drawing/2014/main" val="1760720012"/>
                  </a:ext>
                </a:extLst>
              </a:tr>
              <a:tr h="180808">
                <a:tc>
                  <a:txBody>
                    <a:bodyPr/>
                    <a:lstStyle/>
                    <a:p>
                      <a:pPr algn="ctr" fontAlgn="b">
                        <a:buNone/>
                      </a:pPr>
                      <a:r>
                        <a:rPr lang="en-US" sz="800" u="none" strike="noStrike">
                          <a:effectLst/>
                        </a:rPr>
                        <a:t>5</a:t>
                      </a:r>
                      <a:endParaRPr lang="en-US" sz="800" b="0" i="0" u="none" strike="noStrike">
                        <a:solidFill>
                          <a:srgbClr val="000000"/>
                        </a:solidFill>
                        <a:effectLst/>
                        <a:latin typeface="Calibri" panose="020F0502020204030204" pitchFamily="34" charset="0"/>
                      </a:endParaRPr>
                    </a:p>
                  </a:txBody>
                  <a:tcPr marL="6629" marR="6629" marT="7018" marB="0" anchor="b"/>
                </a:tc>
                <a:tc>
                  <a:txBody>
                    <a:bodyPr/>
                    <a:lstStyle/>
                    <a:p>
                      <a:pPr algn="ctr" fontAlgn="b">
                        <a:buNone/>
                      </a:pPr>
                      <a:r>
                        <a:rPr lang="en-US" sz="800" u="none" strike="noStrike">
                          <a:effectLst/>
                        </a:rPr>
                        <a:t>45676</a:t>
                      </a:r>
                      <a:endParaRPr lang="en-US" sz="800" b="0" i="0" u="none" strike="noStrike">
                        <a:solidFill>
                          <a:srgbClr val="000000"/>
                        </a:solidFill>
                        <a:effectLst/>
                        <a:latin typeface="Calibri" panose="020F0502020204030204" pitchFamily="34" charset="0"/>
                      </a:endParaRPr>
                    </a:p>
                  </a:txBody>
                  <a:tcPr marL="6629" marR="6629" marT="7018" marB="0" anchor="b"/>
                </a:tc>
                <a:extLst>
                  <a:ext uri="{0D108BD9-81ED-4DB2-BD59-A6C34878D82A}">
                    <a16:rowId xmlns:a16="http://schemas.microsoft.com/office/drawing/2014/main" val="2591276661"/>
                  </a:ext>
                </a:extLst>
              </a:tr>
              <a:tr h="180808">
                <a:tc>
                  <a:txBody>
                    <a:bodyPr/>
                    <a:lstStyle/>
                    <a:p>
                      <a:pPr algn="ctr" fontAlgn="b">
                        <a:buNone/>
                      </a:pPr>
                      <a:r>
                        <a:rPr lang="en-US" sz="800" u="none" strike="noStrike">
                          <a:effectLst/>
                        </a:rPr>
                        <a:t>6</a:t>
                      </a:r>
                      <a:endParaRPr lang="en-US" sz="800" b="0" i="0" u="none" strike="noStrike">
                        <a:solidFill>
                          <a:srgbClr val="000000"/>
                        </a:solidFill>
                        <a:effectLst/>
                        <a:latin typeface="Calibri" panose="020F0502020204030204" pitchFamily="34" charset="0"/>
                      </a:endParaRPr>
                    </a:p>
                  </a:txBody>
                  <a:tcPr marL="6629" marR="6629" marT="7018" marB="0" anchor="b"/>
                </a:tc>
                <a:tc>
                  <a:txBody>
                    <a:bodyPr/>
                    <a:lstStyle/>
                    <a:p>
                      <a:pPr algn="ctr" fontAlgn="b">
                        <a:buNone/>
                      </a:pPr>
                      <a:r>
                        <a:rPr lang="en-US" sz="800" u="none" strike="noStrike">
                          <a:effectLst/>
                        </a:rPr>
                        <a:t>67805</a:t>
                      </a:r>
                      <a:endParaRPr lang="en-US" sz="800" b="0" i="0" u="none" strike="noStrike">
                        <a:solidFill>
                          <a:srgbClr val="000000"/>
                        </a:solidFill>
                        <a:effectLst/>
                        <a:latin typeface="Calibri" panose="020F0502020204030204" pitchFamily="34" charset="0"/>
                      </a:endParaRPr>
                    </a:p>
                  </a:txBody>
                  <a:tcPr marL="6629" marR="6629" marT="7018" marB="0" anchor="b"/>
                </a:tc>
                <a:extLst>
                  <a:ext uri="{0D108BD9-81ED-4DB2-BD59-A6C34878D82A}">
                    <a16:rowId xmlns:a16="http://schemas.microsoft.com/office/drawing/2014/main" val="3839418747"/>
                  </a:ext>
                </a:extLst>
              </a:tr>
              <a:tr h="180808">
                <a:tc>
                  <a:txBody>
                    <a:bodyPr/>
                    <a:lstStyle/>
                    <a:p>
                      <a:pPr algn="ctr" fontAlgn="b">
                        <a:buNone/>
                      </a:pPr>
                      <a:r>
                        <a:rPr lang="en-US" sz="800" u="none" strike="noStrike">
                          <a:effectLst/>
                        </a:rPr>
                        <a:t>7</a:t>
                      </a:r>
                      <a:endParaRPr lang="en-US" sz="800" b="0" i="0" u="none" strike="noStrike">
                        <a:solidFill>
                          <a:srgbClr val="000000"/>
                        </a:solidFill>
                        <a:effectLst/>
                        <a:latin typeface="Calibri" panose="020F0502020204030204" pitchFamily="34" charset="0"/>
                      </a:endParaRPr>
                    </a:p>
                  </a:txBody>
                  <a:tcPr marL="6629" marR="6629" marT="7018" marB="0" anchor="b"/>
                </a:tc>
                <a:tc>
                  <a:txBody>
                    <a:bodyPr/>
                    <a:lstStyle/>
                    <a:p>
                      <a:pPr algn="ctr" fontAlgn="b">
                        <a:buNone/>
                      </a:pPr>
                      <a:r>
                        <a:rPr lang="en-US" sz="800" u="none" strike="noStrike">
                          <a:effectLst/>
                        </a:rPr>
                        <a:t>49296</a:t>
                      </a:r>
                      <a:endParaRPr lang="en-US" sz="800" b="0" i="0" u="none" strike="noStrike">
                        <a:solidFill>
                          <a:srgbClr val="000000"/>
                        </a:solidFill>
                        <a:effectLst/>
                        <a:latin typeface="Calibri" panose="020F0502020204030204" pitchFamily="34" charset="0"/>
                      </a:endParaRPr>
                    </a:p>
                  </a:txBody>
                  <a:tcPr marL="6629" marR="6629" marT="7018" marB="0" anchor="b"/>
                </a:tc>
                <a:extLst>
                  <a:ext uri="{0D108BD9-81ED-4DB2-BD59-A6C34878D82A}">
                    <a16:rowId xmlns:a16="http://schemas.microsoft.com/office/drawing/2014/main" val="1255113898"/>
                  </a:ext>
                </a:extLst>
              </a:tr>
              <a:tr h="180808">
                <a:tc>
                  <a:txBody>
                    <a:bodyPr/>
                    <a:lstStyle/>
                    <a:p>
                      <a:pPr algn="ctr" fontAlgn="b">
                        <a:buNone/>
                      </a:pPr>
                      <a:r>
                        <a:rPr lang="en-US" sz="800" u="none" strike="noStrike">
                          <a:effectLst/>
                        </a:rPr>
                        <a:t>8</a:t>
                      </a:r>
                      <a:endParaRPr lang="en-US" sz="800" b="0" i="0" u="none" strike="noStrike">
                        <a:solidFill>
                          <a:srgbClr val="000000"/>
                        </a:solidFill>
                        <a:effectLst/>
                        <a:latin typeface="Calibri" panose="020F0502020204030204" pitchFamily="34" charset="0"/>
                      </a:endParaRPr>
                    </a:p>
                  </a:txBody>
                  <a:tcPr marL="6629" marR="6629" marT="7018" marB="0" anchor="b"/>
                </a:tc>
                <a:tc>
                  <a:txBody>
                    <a:bodyPr/>
                    <a:lstStyle/>
                    <a:p>
                      <a:pPr algn="ctr" fontAlgn="b">
                        <a:buNone/>
                      </a:pPr>
                      <a:r>
                        <a:rPr lang="en-US" sz="800" u="none" strike="noStrike">
                          <a:effectLst/>
                        </a:rPr>
                        <a:t>60167</a:t>
                      </a:r>
                      <a:endParaRPr lang="en-US" sz="800" b="0" i="0" u="none" strike="noStrike">
                        <a:solidFill>
                          <a:srgbClr val="000000"/>
                        </a:solidFill>
                        <a:effectLst/>
                        <a:latin typeface="Calibri" panose="020F0502020204030204" pitchFamily="34" charset="0"/>
                      </a:endParaRPr>
                    </a:p>
                  </a:txBody>
                  <a:tcPr marL="6629" marR="6629" marT="7018" marB="0" anchor="b"/>
                </a:tc>
                <a:extLst>
                  <a:ext uri="{0D108BD9-81ED-4DB2-BD59-A6C34878D82A}">
                    <a16:rowId xmlns:a16="http://schemas.microsoft.com/office/drawing/2014/main" val="4040810632"/>
                  </a:ext>
                </a:extLst>
              </a:tr>
              <a:tr h="180808">
                <a:tc>
                  <a:txBody>
                    <a:bodyPr/>
                    <a:lstStyle/>
                    <a:p>
                      <a:pPr algn="ctr" fontAlgn="b">
                        <a:buNone/>
                      </a:pPr>
                      <a:r>
                        <a:rPr lang="en-US" sz="800" u="none" strike="noStrike">
                          <a:effectLst/>
                        </a:rPr>
                        <a:t>9</a:t>
                      </a:r>
                      <a:endParaRPr lang="en-US" sz="800" b="0" i="0" u="none" strike="noStrike">
                        <a:solidFill>
                          <a:srgbClr val="000000"/>
                        </a:solidFill>
                        <a:effectLst/>
                        <a:latin typeface="Calibri" panose="020F0502020204030204" pitchFamily="34" charset="0"/>
                      </a:endParaRPr>
                    </a:p>
                  </a:txBody>
                  <a:tcPr marL="6629" marR="6629" marT="7018" marB="0" anchor="b"/>
                </a:tc>
                <a:tc>
                  <a:txBody>
                    <a:bodyPr/>
                    <a:lstStyle/>
                    <a:p>
                      <a:pPr algn="ctr" fontAlgn="b">
                        <a:buNone/>
                      </a:pPr>
                      <a:r>
                        <a:rPr lang="en-US" sz="800" u="none" strike="noStrike">
                          <a:effectLst/>
                        </a:rPr>
                        <a:t>72258</a:t>
                      </a:r>
                      <a:endParaRPr lang="en-US" sz="800" b="0" i="0" u="none" strike="noStrike">
                        <a:solidFill>
                          <a:srgbClr val="000000"/>
                        </a:solidFill>
                        <a:effectLst/>
                        <a:latin typeface="Calibri" panose="020F0502020204030204" pitchFamily="34" charset="0"/>
                      </a:endParaRPr>
                    </a:p>
                  </a:txBody>
                  <a:tcPr marL="6629" marR="6629" marT="7018" marB="0" anchor="b"/>
                </a:tc>
                <a:extLst>
                  <a:ext uri="{0D108BD9-81ED-4DB2-BD59-A6C34878D82A}">
                    <a16:rowId xmlns:a16="http://schemas.microsoft.com/office/drawing/2014/main" val="3733949253"/>
                  </a:ext>
                </a:extLst>
              </a:tr>
              <a:tr h="180808">
                <a:tc>
                  <a:txBody>
                    <a:bodyPr/>
                    <a:lstStyle/>
                    <a:p>
                      <a:pPr algn="ctr" fontAlgn="b">
                        <a:buNone/>
                      </a:pPr>
                      <a:r>
                        <a:rPr lang="en-US" sz="800" u="none" strike="noStrike">
                          <a:effectLst/>
                        </a:rPr>
                        <a:t>10</a:t>
                      </a:r>
                      <a:endParaRPr lang="en-US" sz="800" b="0" i="0" u="none" strike="noStrike">
                        <a:solidFill>
                          <a:srgbClr val="000000"/>
                        </a:solidFill>
                        <a:effectLst/>
                        <a:latin typeface="Calibri" panose="020F0502020204030204" pitchFamily="34" charset="0"/>
                      </a:endParaRPr>
                    </a:p>
                  </a:txBody>
                  <a:tcPr marL="6629" marR="6629" marT="7018" marB="0" anchor="b"/>
                </a:tc>
                <a:tc>
                  <a:txBody>
                    <a:bodyPr/>
                    <a:lstStyle/>
                    <a:p>
                      <a:pPr algn="ctr" fontAlgn="b">
                        <a:buNone/>
                      </a:pPr>
                      <a:r>
                        <a:rPr lang="en-US" sz="800" u="none" strike="noStrike">
                          <a:effectLst/>
                        </a:rPr>
                        <a:t>52154</a:t>
                      </a:r>
                      <a:endParaRPr lang="en-US" sz="800" b="0" i="0" u="none" strike="noStrike">
                        <a:solidFill>
                          <a:srgbClr val="000000"/>
                        </a:solidFill>
                        <a:effectLst/>
                        <a:latin typeface="Calibri" panose="020F0502020204030204" pitchFamily="34" charset="0"/>
                      </a:endParaRPr>
                    </a:p>
                  </a:txBody>
                  <a:tcPr marL="6629" marR="6629" marT="7018" marB="0" anchor="b"/>
                </a:tc>
                <a:extLst>
                  <a:ext uri="{0D108BD9-81ED-4DB2-BD59-A6C34878D82A}">
                    <a16:rowId xmlns:a16="http://schemas.microsoft.com/office/drawing/2014/main" val="171284327"/>
                  </a:ext>
                </a:extLst>
              </a:tr>
              <a:tr h="180808">
                <a:tc>
                  <a:txBody>
                    <a:bodyPr/>
                    <a:lstStyle/>
                    <a:p>
                      <a:pPr algn="ctr" fontAlgn="b">
                        <a:buNone/>
                      </a:pPr>
                      <a:r>
                        <a:rPr lang="en-US" sz="800" u="none" strike="noStrike">
                          <a:effectLst/>
                        </a:rPr>
                        <a:t>11</a:t>
                      </a:r>
                      <a:endParaRPr lang="en-US" sz="800" b="0" i="0" u="none" strike="noStrike">
                        <a:solidFill>
                          <a:srgbClr val="000000"/>
                        </a:solidFill>
                        <a:effectLst/>
                        <a:latin typeface="Calibri" panose="020F0502020204030204" pitchFamily="34" charset="0"/>
                      </a:endParaRPr>
                    </a:p>
                  </a:txBody>
                  <a:tcPr marL="6629" marR="6629" marT="7018" marB="0" anchor="b"/>
                </a:tc>
                <a:tc>
                  <a:txBody>
                    <a:bodyPr/>
                    <a:lstStyle/>
                    <a:p>
                      <a:pPr algn="ctr" fontAlgn="b">
                        <a:buNone/>
                      </a:pPr>
                      <a:r>
                        <a:rPr lang="en-US" sz="800" u="none" strike="noStrike">
                          <a:effectLst/>
                        </a:rPr>
                        <a:t>58858</a:t>
                      </a:r>
                      <a:endParaRPr lang="en-US" sz="800" b="0" i="0" u="none" strike="noStrike">
                        <a:solidFill>
                          <a:srgbClr val="000000"/>
                        </a:solidFill>
                        <a:effectLst/>
                        <a:latin typeface="Calibri" panose="020F0502020204030204" pitchFamily="34" charset="0"/>
                      </a:endParaRPr>
                    </a:p>
                  </a:txBody>
                  <a:tcPr marL="6629" marR="6629" marT="7018" marB="0" anchor="b"/>
                </a:tc>
                <a:extLst>
                  <a:ext uri="{0D108BD9-81ED-4DB2-BD59-A6C34878D82A}">
                    <a16:rowId xmlns:a16="http://schemas.microsoft.com/office/drawing/2014/main" val="4013669870"/>
                  </a:ext>
                </a:extLst>
              </a:tr>
              <a:tr h="180808">
                <a:tc>
                  <a:txBody>
                    <a:bodyPr/>
                    <a:lstStyle/>
                    <a:p>
                      <a:pPr algn="ctr" fontAlgn="b">
                        <a:buNone/>
                      </a:pPr>
                      <a:r>
                        <a:rPr lang="en-US" sz="800" u="none" strike="noStrike" dirty="0">
                          <a:effectLst/>
                        </a:rPr>
                        <a:t>12</a:t>
                      </a:r>
                      <a:endParaRPr lang="en-US" sz="800" b="0" i="0" u="none" strike="noStrike" dirty="0">
                        <a:solidFill>
                          <a:srgbClr val="000000"/>
                        </a:solidFill>
                        <a:effectLst/>
                        <a:latin typeface="Calibri" panose="020F0502020204030204" pitchFamily="34" charset="0"/>
                      </a:endParaRPr>
                    </a:p>
                  </a:txBody>
                  <a:tcPr marL="6629" marR="6629" marT="7018" marB="0" anchor="b"/>
                </a:tc>
                <a:tc>
                  <a:txBody>
                    <a:bodyPr/>
                    <a:lstStyle/>
                    <a:p>
                      <a:pPr algn="ctr" fontAlgn="b">
                        <a:buNone/>
                      </a:pPr>
                      <a:r>
                        <a:rPr lang="en-US" sz="800" u="none" strike="noStrike">
                          <a:effectLst/>
                        </a:rPr>
                        <a:t>60165</a:t>
                      </a:r>
                      <a:endParaRPr lang="en-US" sz="800" b="0" i="0" u="none" strike="noStrike">
                        <a:solidFill>
                          <a:srgbClr val="000000"/>
                        </a:solidFill>
                        <a:effectLst/>
                        <a:latin typeface="Calibri" panose="020F0502020204030204" pitchFamily="34" charset="0"/>
                      </a:endParaRPr>
                    </a:p>
                  </a:txBody>
                  <a:tcPr marL="6629" marR="6629" marT="7018" marB="0" anchor="b"/>
                </a:tc>
                <a:extLst>
                  <a:ext uri="{0D108BD9-81ED-4DB2-BD59-A6C34878D82A}">
                    <a16:rowId xmlns:a16="http://schemas.microsoft.com/office/drawing/2014/main" val="590478770"/>
                  </a:ext>
                </a:extLst>
              </a:tr>
              <a:tr h="180808">
                <a:tc>
                  <a:txBody>
                    <a:bodyPr/>
                    <a:lstStyle/>
                    <a:p>
                      <a:pPr algn="ctr" fontAlgn="b">
                        <a:buNone/>
                      </a:pPr>
                      <a:r>
                        <a:rPr lang="en-US" sz="800" u="none" strike="noStrike">
                          <a:effectLst/>
                        </a:rPr>
                        <a:t>13</a:t>
                      </a:r>
                      <a:endParaRPr lang="en-US" sz="800" b="0" i="0" u="none" strike="noStrike">
                        <a:solidFill>
                          <a:srgbClr val="000000"/>
                        </a:solidFill>
                        <a:effectLst/>
                        <a:latin typeface="Calibri" panose="020F0502020204030204" pitchFamily="34" charset="0"/>
                      </a:endParaRPr>
                    </a:p>
                  </a:txBody>
                  <a:tcPr marL="6629" marR="6629" marT="7018" marB="0" anchor="b"/>
                </a:tc>
                <a:tc>
                  <a:txBody>
                    <a:bodyPr/>
                    <a:lstStyle/>
                    <a:p>
                      <a:pPr algn="ctr" fontAlgn="b">
                        <a:buNone/>
                      </a:pPr>
                      <a:r>
                        <a:rPr lang="en-US" sz="800" u="none" strike="noStrike">
                          <a:effectLst/>
                        </a:rPr>
                        <a:t>44288</a:t>
                      </a:r>
                      <a:endParaRPr lang="en-US" sz="800" b="0" i="0" u="none" strike="noStrike">
                        <a:solidFill>
                          <a:srgbClr val="000000"/>
                        </a:solidFill>
                        <a:effectLst/>
                        <a:latin typeface="Calibri" panose="020F0502020204030204" pitchFamily="34" charset="0"/>
                      </a:endParaRPr>
                    </a:p>
                  </a:txBody>
                  <a:tcPr marL="6629" marR="6629" marT="7018" marB="0" anchor="b"/>
                </a:tc>
                <a:extLst>
                  <a:ext uri="{0D108BD9-81ED-4DB2-BD59-A6C34878D82A}">
                    <a16:rowId xmlns:a16="http://schemas.microsoft.com/office/drawing/2014/main" val="199893558"/>
                  </a:ext>
                </a:extLst>
              </a:tr>
              <a:tr h="180808">
                <a:tc>
                  <a:txBody>
                    <a:bodyPr/>
                    <a:lstStyle/>
                    <a:p>
                      <a:pPr algn="ctr" fontAlgn="b">
                        <a:buNone/>
                      </a:pPr>
                      <a:r>
                        <a:rPr lang="en-US" sz="800" u="none" strike="noStrike">
                          <a:effectLst/>
                        </a:rPr>
                        <a:t>14</a:t>
                      </a:r>
                      <a:endParaRPr lang="en-US" sz="800" b="0" i="0" u="none" strike="noStrike">
                        <a:solidFill>
                          <a:srgbClr val="000000"/>
                        </a:solidFill>
                        <a:effectLst/>
                        <a:latin typeface="Calibri" panose="020F0502020204030204" pitchFamily="34" charset="0"/>
                      </a:endParaRPr>
                    </a:p>
                  </a:txBody>
                  <a:tcPr marL="6629" marR="6629" marT="7018" marB="0" anchor="b"/>
                </a:tc>
                <a:tc>
                  <a:txBody>
                    <a:bodyPr/>
                    <a:lstStyle/>
                    <a:p>
                      <a:pPr algn="ctr" fontAlgn="b">
                        <a:buNone/>
                      </a:pPr>
                      <a:r>
                        <a:rPr lang="en-US" sz="800" u="none" strike="noStrike">
                          <a:effectLst/>
                        </a:rPr>
                        <a:t>46521</a:t>
                      </a:r>
                      <a:endParaRPr lang="en-US" sz="800" b="0" i="0" u="none" strike="noStrike">
                        <a:solidFill>
                          <a:srgbClr val="000000"/>
                        </a:solidFill>
                        <a:effectLst/>
                        <a:latin typeface="Calibri" panose="020F0502020204030204" pitchFamily="34" charset="0"/>
                      </a:endParaRPr>
                    </a:p>
                  </a:txBody>
                  <a:tcPr marL="6629" marR="6629" marT="7018" marB="0" anchor="b"/>
                </a:tc>
                <a:extLst>
                  <a:ext uri="{0D108BD9-81ED-4DB2-BD59-A6C34878D82A}">
                    <a16:rowId xmlns:a16="http://schemas.microsoft.com/office/drawing/2014/main" val="389539961"/>
                  </a:ext>
                </a:extLst>
              </a:tr>
              <a:tr h="180808">
                <a:tc>
                  <a:txBody>
                    <a:bodyPr/>
                    <a:lstStyle/>
                    <a:p>
                      <a:pPr algn="ctr" fontAlgn="b">
                        <a:buNone/>
                      </a:pPr>
                      <a:r>
                        <a:rPr lang="en-US" sz="800" u="none" strike="noStrike">
                          <a:effectLst/>
                        </a:rPr>
                        <a:t>15</a:t>
                      </a:r>
                      <a:endParaRPr lang="en-US" sz="800" b="0" i="0" u="none" strike="noStrike">
                        <a:solidFill>
                          <a:srgbClr val="000000"/>
                        </a:solidFill>
                        <a:effectLst/>
                        <a:latin typeface="Calibri" panose="020F0502020204030204" pitchFamily="34" charset="0"/>
                      </a:endParaRPr>
                    </a:p>
                  </a:txBody>
                  <a:tcPr marL="6629" marR="6629" marT="7018" marB="0" anchor="b"/>
                </a:tc>
                <a:tc>
                  <a:txBody>
                    <a:bodyPr/>
                    <a:lstStyle/>
                    <a:p>
                      <a:pPr algn="ctr" fontAlgn="b">
                        <a:buNone/>
                      </a:pPr>
                      <a:r>
                        <a:rPr lang="en-US" sz="800" u="none" strike="noStrike">
                          <a:effectLst/>
                        </a:rPr>
                        <a:t>67557</a:t>
                      </a:r>
                      <a:endParaRPr lang="en-US" sz="800" b="0" i="0" u="none" strike="noStrike">
                        <a:solidFill>
                          <a:srgbClr val="000000"/>
                        </a:solidFill>
                        <a:effectLst/>
                        <a:latin typeface="Calibri" panose="020F0502020204030204" pitchFamily="34" charset="0"/>
                      </a:endParaRPr>
                    </a:p>
                  </a:txBody>
                  <a:tcPr marL="6629" marR="6629" marT="7018" marB="0" anchor="b"/>
                </a:tc>
                <a:extLst>
                  <a:ext uri="{0D108BD9-81ED-4DB2-BD59-A6C34878D82A}">
                    <a16:rowId xmlns:a16="http://schemas.microsoft.com/office/drawing/2014/main" val="342954577"/>
                  </a:ext>
                </a:extLst>
              </a:tr>
              <a:tr h="180808">
                <a:tc>
                  <a:txBody>
                    <a:bodyPr/>
                    <a:lstStyle/>
                    <a:p>
                      <a:pPr algn="ctr" fontAlgn="b">
                        <a:buNone/>
                      </a:pPr>
                      <a:r>
                        <a:rPr lang="en-US" sz="800" u="none" strike="noStrike">
                          <a:effectLst/>
                        </a:rPr>
                        <a:t>16</a:t>
                      </a:r>
                      <a:endParaRPr lang="en-US" sz="800" b="0" i="0" u="none" strike="noStrike">
                        <a:solidFill>
                          <a:srgbClr val="000000"/>
                        </a:solidFill>
                        <a:effectLst/>
                        <a:latin typeface="Calibri" panose="020F0502020204030204" pitchFamily="34" charset="0"/>
                      </a:endParaRPr>
                    </a:p>
                  </a:txBody>
                  <a:tcPr marL="6629" marR="6629" marT="7018" marB="0" anchor="b"/>
                </a:tc>
                <a:tc>
                  <a:txBody>
                    <a:bodyPr/>
                    <a:lstStyle/>
                    <a:p>
                      <a:pPr algn="ctr" fontAlgn="b">
                        <a:buNone/>
                      </a:pPr>
                      <a:r>
                        <a:rPr lang="en-US" sz="800" u="none" strike="noStrike">
                          <a:effectLst/>
                        </a:rPr>
                        <a:t>41247</a:t>
                      </a:r>
                      <a:endParaRPr lang="en-US" sz="800" b="0" i="0" u="none" strike="noStrike">
                        <a:solidFill>
                          <a:srgbClr val="000000"/>
                        </a:solidFill>
                        <a:effectLst/>
                        <a:latin typeface="Calibri" panose="020F0502020204030204" pitchFamily="34" charset="0"/>
                      </a:endParaRPr>
                    </a:p>
                  </a:txBody>
                  <a:tcPr marL="6629" marR="6629" marT="7018" marB="0" anchor="b"/>
                </a:tc>
                <a:extLst>
                  <a:ext uri="{0D108BD9-81ED-4DB2-BD59-A6C34878D82A}">
                    <a16:rowId xmlns:a16="http://schemas.microsoft.com/office/drawing/2014/main" val="4117186186"/>
                  </a:ext>
                </a:extLst>
              </a:tr>
              <a:tr h="180808">
                <a:tc>
                  <a:txBody>
                    <a:bodyPr/>
                    <a:lstStyle/>
                    <a:p>
                      <a:pPr algn="ctr" fontAlgn="b">
                        <a:buNone/>
                      </a:pPr>
                      <a:r>
                        <a:rPr lang="en-US" sz="800" u="none" strike="noStrike">
                          <a:effectLst/>
                        </a:rPr>
                        <a:t>17</a:t>
                      </a:r>
                      <a:endParaRPr lang="en-US" sz="800" b="0" i="0" u="none" strike="noStrike">
                        <a:solidFill>
                          <a:srgbClr val="000000"/>
                        </a:solidFill>
                        <a:effectLst/>
                        <a:latin typeface="Calibri" panose="020F0502020204030204" pitchFamily="34" charset="0"/>
                      </a:endParaRPr>
                    </a:p>
                  </a:txBody>
                  <a:tcPr marL="6629" marR="6629" marT="7018" marB="0" anchor="b"/>
                </a:tc>
                <a:tc>
                  <a:txBody>
                    <a:bodyPr/>
                    <a:lstStyle/>
                    <a:p>
                      <a:pPr algn="ctr" fontAlgn="b">
                        <a:buNone/>
                      </a:pPr>
                      <a:r>
                        <a:rPr lang="en-US" sz="800" u="none" strike="noStrike">
                          <a:effectLst/>
                        </a:rPr>
                        <a:t>84287</a:t>
                      </a:r>
                      <a:endParaRPr lang="en-US" sz="800" b="0" i="0" u="none" strike="noStrike">
                        <a:solidFill>
                          <a:srgbClr val="000000"/>
                        </a:solidFill>
                        <a:effectLst/>
                        <a:latin typeface="Calibri" panose="020F0502020204030204" pitchFamily="34" charset="0"/>
                      </a:endParaRPr>
                    </a:p>
                  </a:txBody>
                  <a:tcPr marL="6629" marR="6629" marT="7018" marB="0" anchor="b"/>
                </a:tc>
                <a:extLst>
                  <a:ext uri="{0D108BD9-81ED-4DB2-BD59-A6C34878D82A}">
                    <a16:rowId xmlns:a16="http://schemas.microsoft.com/office/drawing/2014/main" val="2573564262"/>
                  </a:ext>
                </a:extLst>
              </a:tr>
              <a:tr h="180808">
                <a:tc>
                  <a:txBody>
                    <a:bodyPr/>
                    <a:lstStyle/>
                    <a:p>
                      <a:pPr algn="ctr" fontAlgn="b">
                        <a:buNone/>
                      </a:pPr>
                      <a:r>
                        <a:rPr lang="en-US" sz="800" u="none" strike="noStrike" dirty="0">
                          <a:effectLst/>
                        </a:rPr>
                        <a:t>18</a:t>
                      </a:r>
                      <a:endParaRPr lang="en-US" sz="800" b="0" i="0" u="none" strike="noStrike" dirty="0">
                        <a:solidFill>
                          <a:srgbClr val="000000"/>
                        </a:solidFill>
                        <a:effectLst/>
                        <a:latin typeface="Calibri" panose="020F0502020204030204" pitchFamily="34" charset="0"/>
                      </a:endParaRPr>
                    </a:p>
                  </a:txBody>
                  <a:tcPr marL="6629" marR="6629" marT="7018" marB="0" anchor="b"/>
                </a:tc>
                <a:tc>
                  <a:txBody>
                    <a:bodyPr/>
                    <a:lstStyle/>
                    <a:p>
                      <a:pPr algn="ctr" fontAlgn="b">
                        <a:buNone/>
                      </a:pPr>
                      <a:r>
                        <a:rPr lang="en-US" sz="800" u="none" strike="noStrike">
                          <a:effectLst/>
                        </a:rPr>
                        <a:t>72006</a:t>
                      </a:r>
                      <a:endParaRPr lang="en-US" sz="800" b="0" i="0" u="none" strike="noStrike">
                        <a:solidFill>
                          <a:srgbClr val="000000"/>
                        </a:solidFill>
                        <a:effectLst/>
                        <a:latin typeface="Calibri" panose="020F0502020204030204" pitchFamily="34" charset="0"/>
                      </a:endParaRPr>
                    </a:p>
                  </a:txBody>
                  <a:tcPr marL="6629" marR="6629" marT="7018" marB="0" anchor="b"/>
                </a:tc>
                <a:extLst>
                  <a:ext uri="{0D108BD9-81ED-4DB2-BD59-A6C34878D82A}">
                    <a16:rowId xmlns:a16="http://schemas.microsoft.com/office/drawing/2014/main" val="1210423349"/>
                  </a:ext>
                </a:extLst>
              </a:tr>
              <a:tr h="180808">
                <a:tc>
                  <a:txBody>
                    <a:bodyPr/>
                    <a:lstStyle/>
                    <a:p>
                      <a:pPr algn="ctr" fontAlgn="b">
                        <a:buNone/>
                      </a:pPr>
                      <a:r>
                        <a:rPr lang="en-US" sz="800" u="none" strike="noStrike">
                          <a:effectLst/>
                        </a:rPr>
                        <a:t>19</a:t>
                      </a:r>
                      <a:endParaRPr lang="en-US" sz="800" b="0" i="0" u="none" strike="noStrike">
                        <a:solidFill>
                          <a:srgbClr val="000000"/>
                        </a:solidFill>
                        <a:effectLst/>
                        <a:latin typeface="Calibri" panose="020F0502020204030204" pitchFamily="34" charset="0"/>
                      </a:endParaRPr>
                    </a:p>
                  </a:txBody>
                  <a:tcPr marL="6629" marR="6629" marT="7018" marB="0" anchor="b"/>
                </a:tc>
                <a:tc>
                  <a:txBody>
                    <a:bodyPr/>
                    <a:lstStyle/>
                    <a:p>
                      <a:pPr algn="ctr" fontAlgn="b">
                        <a:buNone/>
                      </a:pPr>
                      <a:r>
                        <a:rPr lang="en-US" sz="800" u="none" strike="noStrike">
                          <a:effectLst/>
                        </a:rPr>
                        <a:t>58050</a:t>
                      </a:r>
                      <a:endParaRPr lang="en-US" sz="800" b="0" i="0" u="none" strike="noStrike">
                        <a:solidFill>
                          <a:srgbClr val="000000"/>
                        </a:solidFill>
                        <a:effectLst/>
                        <a:latin typeface="Calibri" panose="020F0502020204030204" pitchFamily="34" charset="0"/>
                      </a:endParaRPr>
                    </a:p>
                  </a:txBody>
                  <a:tcPr marL="6629" marR="6629" marT="7018" marB="0" anchor="b"/>
                </a:tc>
                <a:extLst>
                  <a:ext uri="{0D108BD9-81ED-4DB2-BD59-A6C34878D82A}">
                    <a16:rowId xmlns:a16="http://schemas.microsoft.com/office/drawing/2014/main" val="1879471626"/>
                  </a:ext>
                </a:extLst>
              </a:tr>
              <a:tr h="180808">
                <a:tc>
                  <a:txBody>
                    <a:bodyPr/>
                    <a:lstStyle/>
                    <a:p>
                      <a:pPr algn="ctr" fontAlgn="b">
                        <a:buNone/>
                      </a:pPr>
                      <a:r>
                        <a:rPr lang="en-US" sz="800" u="none" strike="noStrike">
                          <a:effectLst/>
                        </a:rPr>
                        <a:t>20</a:t>
                      </a:r>
                      <a:endParaRPr lang="en-US" sz="800" b="0" i="0" u="none" strike="noStrike">
                        <a:solidFill>
                          <a:srgbClr val="000000"/>
                        </a:solidFill>
                        <a:effectLst/>
                        <a:latin typeface="Calibri" panose="020F0502020204030204" pitchFamily="34" charset="0"/>
                      </a:endParaRPr>
                    </a:p>
                  </a:txBody>
                  <a:tcPr marL="6629" marR="6629" marT="7018" marB="0" anchor="b"/>
                </a:tc>
                <a:tc>
                  <a:txBody>
                    <a:bodyPr/>
                    <a:lstStyle/>
                    <a:p>
                      <a:pPr algn="ctr" fontAlgn="b">
                        <a:buNone/>
                      </a:pPr>
                      <a:r>
                        <a:rPr lang="en-US" sz="800" u="none" strike="noStrike">
                          <a:effectLst/>
                        </a:rPr>
                        <a:t>56554</a:t>
                      </a:r>
                      <a:endParaRPr lang="en-US" sz="800" b="0" i="0" u="none" strike="noStrike">
                        <a:solidFill>
                          <a:srgbClr val="000000"/>
                        </a:solidFill>
                        <a:effectLst/>
                        <a:latin typeface="Calibri" panose="020F0502020204030204" pitchFamily="34" charset="0"/>
                      </a:endParaRPr>
                    </a:p>
                  </a:txBody>
                  <a:tcPr marL="6629" marR="6629" marT="7018" marB="0" anchor="b"/>
                </a:tc>
                <a:extLst>
                  <a:ext uri="{0D108BD9-81ED-4DB2-BD59-A6C34878D82A}">
                    <a16:rowId xmlns:a16="http://schemas.microsoft.com/office/drawing/2014/main" val="1206801103"/>
                  </a:ext>
                </a:extLst>
              </a:tr>
              <a:tr h="180808">
                <a:tc>
                  <a:txBody>
                    <a:bodyPr/>
                    <a:lstStyle/>
                    <a:p>
                      <a:pPr algn="ctr" fontAlgn="b">
                        <a:buNone/>
                      </a:pPr>
                      <a:r>
                        <a:rPr lang="en-US" sz="800" u="none" strike="noStrike">
                          <a:effectLst/>
                        </a:rPr>
                        <a:t>21</a:t>
                      </a:r>
                      <a:endParaRPr lang="en-US" sz="800" b="0" i="0" u="none" strike="noStrike">
                        <a:solidFill>
                          <a:srgbClr val="000000"/>
                        </a:solidFill>
                        <a:effectLst/>
                        <a:latin typeface="Calibri" panose="020F0502020204030204" pitchFamily="34" charset="0"/>
                      </a:endParaRPr>
                    </a:p>
                  </a:txBody>
                  <a:tcPr marL="6629" marR="6629" marT="7018" marB="0" anchor="b"/>
                </a:tc>
                <a:tc>
                  <a:txBody>
                    <a:bodyPr/>
                    <a:lstStyle/>
                    <a:p>
                      <a:pPr algn="ctr" fontAlgn="b">
                        <a:buNone/>
                      </a:pPr>
                      <a:r>
                        <a:rPr lang="en-US" sz="800" u="none" strike="noStrike">
                          <a:effectLst/>
                        </a:rPr>
                        <a:t>60706</a:t>
                      </a:r>
                      <a:endParaRPr lang="en-US" sz="800" b="0" i="0" u="none" strike="noStrike">
                        <a:solidFill>
                          <a:srgbClr val="000000"/>
                        </a:solidFill>
                        <a:effectLst/>
                        <a:latin typeface="Calibri" panose="020F0502020204030204" pitchFamily="34" charset="0"/>
                      </a:endParaRPr>
                    </a:p>
                  </a:txBody>
                  <a:tcPr marL="6629" marR="6629" marT="7018" marB="0" anchor="b"/>
                </a:tc>
                <a:extLst>
                  <a:ext uri="{0D108BD9-81ED-4DB2-BD59-A6C34878D82A}">
                    <a16:rowId xmlns:a16="http://schemas.microsoft.com/office/drawing/2014/main" val="1662717383"/>
                  </a:ext>
                </a:extLst>
              </a:tr>
              <a:tr h="180808">
                <a:tc>
                  <a:txBody>
                    <a:bodyPr/>
                    <a:lstStyle/>
                    <a:p>
                      <a:pPr algn="ctr" fontAlgn="b">
                        <a:buNone/>
                      </a:pPr>
                      <a:r>
                        <a:rPr lang="en-US" sz="800" u="none" strike="noStrike">
                          <a:effectLst/>
                        </a:rPr>
                        <a:t>22</a:t>
                      </a:r>
                      <a:endParaRPr lang="en-US" sz="800" b="0" i="0" u="none" strike="noStrike">
                        <a:solidFill>
                          <a:srgbClr val="000000"/>
                        </a:solidFill>
                        <a:effectLst/>
                        <a:latin typeface="Calibri" panose="020F0502020204030204" pitchFamily="34" charset="0"/>
                      </a:endParaRPr>
                    </a:p>
                  </a:txBody>
                  <a:tcPr marL="6629" marR="6629" marT="7018" marB="0" anchor="b"/>
                </a:tc>
                <a:tc>
                  <a:txBody>
                    <a:bodyPr/>
                    <a:lstStyle/>
                    <a:p>
                      <a:pPr algn="ctr" fontAlgn="b">
                        <a:buNone/>
                      </a:pPr>
                      <a:r>
                        <a:rPr lang="en-US" sz="800" u="none" strike="noStrike">
                          <a:effectLst/>
                        </a:rPr>
                        <a:t>66057</a:t>
                      </a:r>
                      <a:endParaRPr lang="en-US" sz="800" b="0" i="0" u="none" strike="noStrike">
                        <a:solidFill>
                          <a:srgbClr val="000000"/>
                        </a:solidFill>
                        <a:effectLst/>
                        <a:latin typeface="Calibri" panose="020F0502020204030204" pitchFamily="34" charset="0"/>
                      </a:endParaRPr>
                    </a:p>
                  </a:txBody>
                  <a:tcPr marL="6629" marR="6629" marT="7018" marB="0" anchor="b"/>
                </a:tc>
                <a:extLst>
                  <a:ext uri="{0D108BD9-81ED-4DB2-BD59-A6C34878D82A}">
                    <a16:rowId xmlns:a16="http://schemas.microsoft.com/office/drawing/2014/main" val="1147383635"/>
                  </a:ext>
                </a:extLst>
              </a:tr>
              <a:tr h="180808">
                <a:tc>
                  <a:txBody>
                    <a:bodyPr/>
                    <a:lstStyle/>
                    <a:p>
                      <a:pPr algn="ctr" fontAlgn="b">
                        <a:buNone/>
                      </a:pPr>
                      <a:r>
                        <a:rPr lang="en-US" sz="800" u="none" strike="noStrike">
                          <a:effectLst/>
                        </a:rPr>
                        <a:t>23</a:t>
                      </a:r>
                      <a:endParaRPr lang="en-US" sz="800" b="0" i="0" u="none" strike="noStrike">
                        <a:solidFill>
                          <a:srgbClr val="000000"/>
                        </a:solidFill>
                        <a:effectLst/>
                        <a:latin typeface="Calibri" panose="020F0502020204030204" pitchFamily="34" charset="0"/>
                      </a:endParaRPr>
                    </a:p>
                  </a:txBody>
                  <a:tcPr marL="6629" marR="6629" marT="7018" marB="0" anchor="b"/>
                </a:tc>
                <a:tc>
                  <a:txBody>
                    <a:bodyPr/>
                    <a:lstStyle/>
                    <a:p>
                      <a:pPr algn="ctr" fontAlgn="b">
                        <a:buNone/>
                      </a:pPr>
                      <a:r>
                        <a:rPr lang="en-US" sz="800" u="none" strike="noStrike">
                          <a:effectLst/>
                        </a:rPr>
                        <a:t>71385</a:t>
                      </a:r>
                      <a:endParaRPr lang="en-US" sz="800" b="0" i="0" u="none" strike="noStrike">
                        <a:solidFill>
                          <a:srgbClr val="000000"/>
                        </a:solidFill>
                        <a:effectLst/>
                        <a:latin typeface="Calibri" panose="020F0502020204030204" pitchFamily="34" charset="0"/>
                      </a:endParaRPr>
                    </a:p>
                  </a:txBody>
                  <a:tcPr marL="6629" marR="6629" marT="7018" marB="0" anchor="b"/>
                </a:tc>
                <a:extLst>
                  <a:ext uri="{0D108BD9-81ED-4DB2-BD59-A6C34878D82A}">
                    <a16:rowId xmlns:a16="http://schemas.microsoft.com/office/drawing/2014/main" val="3138909762"/>
                  </a:ext>
                </a:extLst>
              </a:tr>
              <a:tr h="180808">
                <a:tc>
                  <a:txBody>
                    <a:bodyPr/>
                    <a:lstStyle/>
                    <a:p>
                      <a:pPr algn="ctr" fontAlgn="b">
                        <a:buNone/>
                      </a:pPr>
                      <a:r>
                        <a:rPr lang="en-US" sz="800" u="none" strike="noStrike">
                          <a:effectLst/>
                        </a:rPr>
                        <a:t>24</a:t>
                      </a:r>
                      <a:endParaRPr lang="en-US" sz="800" b="0" i="0" u="none" strike="noStrike">
                        <a:solidFill>
                          <a:srgbClr val="000000"/>
                        </a:solidFill>
                        <a:effectLst/>
                        <a:latin typeface="Calibri" panose="020F0502020204030204" pitchFamily="34" charset="0"/>
                      </a:endParaRPr>
                    </a:p>
                  </a:txBody>
                  <a:tcPr marL="6629" marR="6629" marT="7018" marB="0" anchor="b"/>
                </a:tc>
                <a:tc>
                  <a:txBody>
                    <a:bodyPr/>
                    <a:lstStyle/>
                    <a:p>
                      <a:pPr algn="ctr" fontAlgn="b">
                        <a:buNone/>
                      </a:pPr>
                      <a:r>
                        <a:rPr lang="en-US" sz="800" u="none" strike="noStrike">
                          <a:effectLst/>
                        </a:rPr>
                        <a:t>54931</a:t>
                      </a:r>
                      <a:endParaRPr lang="en-US" sz="800" b="0" i="0" u="none" strike="noStrike">
                        <a:solidFill>
                          <a:srgbClr val="000000"/>
                        </a:solidFill>
                        <a:effectLst/>
                        <a:latin typeface="Calibri" panose="020F0502020204030204" pitchFamily="34" charset="0"/>
                      </a:endParaRPr>
                    </a:p>
                  </a:txBody>
                  <a:tcPr marL="6629" marR="6629" marT="7018" marB="0" anchor="b"/>
                </a:tc>
                <a:extLst>
                  <a:ext uri="{0D108BD9-81ED-4DB2-BD59-A6C34878D82A}">
                    <a16:rowId xmlns:a16="http://schemas.microsoft.com/office/drawing/2014/main" val="3334967953"/>
                  </a:ext>
                </a:extLst>
              </a:tr>
              <a:tr h="180808">
                <a:tc>
                  <a:txBody>
                    <a:bodyPr/>
                    <a:lstStyle/>
                    <a:p>
                      <a:pPr algn="ctr" fontAlgn="b">
                        <a:buNone/>
                      </a:pPr>
                      <a:r>
                        <a:rPr lang="en-US" sz="800" u="none" strike="noStrike">
                          <a:effectLst/>
                        </a:rPr>
                        <a:t>25</a:t>
                      </a:r>
                      <a:endParaRPr lang="en-US" sz="800" b="0" i="0" u="none" strike="noStrike">
                        <a:solidFill>
                          <a:srgbClr val="000000"/>
                        </a:solidFill>
                        <a:effectLst/>
                        <a:latin typeface="Calibri" panose="020F0502020204030204" pitchFamily="34" charset="0"/>
                      </a:endParaRPr>
                    </a:p>
                  </a:txBody>
                  <a:tcPr marL="6629" marR="6629" marT="7018" marB="0" anchor="b"/>
                </a:tc>
                <a:tc>
                  <a:txBody>
                    <a:bodyPr/>
                    <a:lstStyle/>
                    <a:p>
                      <a:pPr algn="ctr" fontAlgn="b">
                        <a:buNone/>
                      </a:pPr>
                      <a:r>
                        <a:rPr lang="en-US" sz="800" u="none" strike="noStrike">
                          <a:effectLst/>
                        </a:rPr>
                        <a:t>64785</a:t>
                      </a:r>
                      <a:endParaRPr lang="en-US" sz="800" b="0" i="0" u="none" strike="noStrike">
                        <a:solidFill>
                          <a:srgbClr val="000000"/>
                        </a:solidFill>
                        <a:effectLst/>
                        <a:latin typeface="Calibri" panose="020F0502020204030204" pitchFamily="34" charset="0"/>
                      </a:endParaRPr>
                    </a:p>
                  </a:txBody>
                  <a:tcPr marL="6629" marR="6629" marT="7018" marB="0" anchor="b"/>
                </a:tc>
                <a:extLst>
                  <a:ext uri="{0D108BD9-81ED-4DB2-BD59-A6C34878D82A}">
                    <a16:rowId xmlns:a16="http://schemas.microsoft.com/office/drawing/2014/main" val="4230396598"/>
                  </a:ext>
                </a:extLst>
              </a:tr>
              <a:tr h="180808">
                <a:tc>
                  <a:txBody>
                    <a:bodyPr/>
                    <a:lstStyle/>
                    <a:p>
                      <a:pPr algn="ctr" fontAlgn="b">
                        <a:buNone/>
                      </a:pPr>
                      <a:r>
                        <a:rPr lang="en-US" sz="800" u="none" strike="noStrike">
                          <a:effectLst/>
                        </a:rPr>
                        <a:t>26</a:t>
                      </a:r>
                      <a:endParaRPr lang="en-US" sz="800" b="0" i="0" u="none" strike="noStrike">
                        <a:solidFill>
                          <a:srgbClr val="000000"/>
                        </a:solidFill>
                        <a:effectLst/>
                        <a:latin typeface="Calibri" panose="020F0502020204030204" pitchFamily="34" charset="0"/>
                      </a:endParaRPr>
                    </a:p>
                  </a:txBody>
                  <a:tcPr marL="6629" marR="6629" marT="7018" marB="0" anchor="b"/>
                </a:tc>
                <a:tc>
                  <a:txBody>
                    <a:bodyPr/>
                    <a:lstStyle/>
                    <a:p>
                      <a:pPr algn="ctr" fontAlgn="b">
                        <a:buNone/>
                      </a:pPr>
                      <a:r>
                        <a:rPr lang="en-US" sz="800" u="none" strike="noStrike">
                          <a:effectLst/>
                        </a:rPr>
                        <a:t>70129</a:t>
                      </a:r>
                      <a:endParaRPr lang="en-US" sz="800" b="0" i="0" u="none" strike="noStrike">
                        <a:solidFill>
                          <a:srgbClr val="000000"/>
                        </a:solidFill>
                        <a:effectLst/>
                        <a:latin typeface="Calibri" panose="020F0502020204030204" pitchFamily="34" charset="0"/>
                      </a:endParaRPr>
                    </a:p>
                  </a:txBody>
                  <a:tcPr marL="6629" marR="6629" marT="7018" marB="0" anchor="b"/>
                </a:tc>
                <a:extLst>
                  <a:ext uri="{0D108BD9-81ED-4DB2-BD59-A6C34878D82A}">
                    <a16:rowId xmlns:a16="http://schemas.microsoft.com/office/drawing/2014/main" val="3210765619"/>
                  </a:ext>
                </a:extLst>
              </a:tr>
              <a:tr h="180808">
                <a:tc>
                  <a:txBody>
                    <a:bodyPr/>
                    <a:lstStyle/>
                    <a:p>
                      <a:pPr algn="ctr" fontAlgn="b">
                        <a:buNone/>
                      </a:pPr>
                      <a:r>
                        <a:rPr lang="en-US" sz="800" u="none" strike="noStrike">
                          <a:effectLst/>
                        </a:rPr>
                        <a:t>27</a:t>
                      </a:r>
                      <a:endParaRPr lang="en-US" sz="800" b="0" i="0" u="none" strike="noStrike">
                        <a:solidFill>
                          <a:srgbClr val="000000"/>
                        </a:solidFill>
                        <a:effectLst/>
                        <a:latin typeface="Calibri" panose="020F0502020204030204" pitchFamily="34" charset="0"/>
                      </a:endParaRPr>
                    </a:p>
                  </a:txBody>
                  <a:tcPr marL="6629" marR="6629" marT="7018" marB="0" anchor="b"/>
                </a:tc>
                <a:tc>
                  <a:txBody>
                    <a:bodyPr/>
                    <a:lstStyle/>
                    <a:p>
                      <a:pPr algn="ctr" fontAlgn="b">
                        <a:buNone/>
                      </a:pPr>
                      <a:r>
                        <a:rPr lang="en-US" sz="800" u="none" strike="noStrike">
                          <a:effectLst/>
                        </a:rPr>
                        <a:t>59873</a:t>
                      </a:r>
                      <a:endParaRPr lang="en-US" sz="800" b="0" i="0" u="none" strike="noStrike">
                        <a:solidFill>
                          <a:srgbClr val="000000"/>
                        </a:solidFill>
                        <a:effectLst/>
                        <a:latin typeface="Calibri" panose="020F0502020204030204" pitchFamily="34" charset="0"/>
                      </a:endParaRPr>
                    </a:p>
                  </a:txBody>
                  <a:tcPr marL="6629" marR="6629" marT="7018" marB="0" anchor="b"/>
                </a:tc>
                <a:extLst>
                  <a:ext uri="{0D108BD9-81ED-4DB2-BD59-A6C34878D82A}">
                    <a16:rowId xmlns:a16="http://schemas.microsoft.com/office/drawing/2014/main" val="3985117283"/>
                  </a:ext>
                </a:extLst>
              </a:tr>
              <a:tr h="180808">
                <a:tc>
                  <a:txBody>
                    <a:bodyPr/>
                    <a:lstStyle/>
                    <a:p>
                      <a:pPr algn="ctr" fontAlgn="b">
                        <a:buNone/>
                      </a:pPr>
                      <a:r>
                        <a:rPr lang="en-US" sz="800" u="none" strike="noStrike">
                          <a:effectLst/>
                        </a:rPr>
                        <a:t>28</a:t>
                      </a:r>
                      <a:endParaRPr lang="en-US" sz="800" b="0" i="0" u="none" strike="noStrike">
                        <a:solidFill>
                          <a:srgbClr val="000000"/>
                        </a:solidFill>
                        <a:effectLst/>
                        <a:latin typeface="Calibri" panose="020F0502020204030204" pitchFamily="34" charset="0"/>
                      </a:endParaRPr>
                    </a:p>
                  </a:txBody>
                  <a:tcPr marL="6629" marR="6629" marT="7018" marB="0" anchor="b"/>
                </a:tc>
                <a:tc>
                  <a:txBody>
                    <a:bodyPr/>
                    <a:lstStyle/>
                    <a:p>
                      <a:pPr algn="ctr" fontAlgn="b">
                        <a:buNone/>
                      </a:pPr>
                      <a:r>
                        <a:rPr lang="en-US" sz="800" u="none" strike="noStrike">
                          <a:effectLst/>
                        </a:rPr>
                        <a:t>52871</a:t>
                      </a:r>
                      <a:endParaRPr lang="en-US" sz="800" b="0" i="0" u="none" strike="noStrike">
                        <a:solidFill>
                          <a:srgbClr val="000000"/>
                        </a:solidFill>
                        <a:effectLst/>
                        <a:latin typeface="Calibri" panose="020F0502020204030204" pitchFamily="34" charset="0"/>
                      </a:endParaRPr>
                    </a:p>
                  </a:txBody>
                  <a:tcPr marL="6629" marR="6629" marT="7018" marB="0" anchor="b"/>
                </a:tc>
                <a:extLst>
                  <a:ext uri="{0D108BD9-81ED-4DB2-BD59-A6C34878D82A}">
                    <a16:rowId xmlns:a16="http://schemas.microsoft.com/office/drawing/2014/main" val="3721814631"/>
                  </a:ext>
                </a:extLst>
              </a:tr>
              <a:tr h="180808">
                <a:tc>
                  <a:txBody>
                    <a:bodyPr/>
                    <a:lstStyle/>
                    <a:p>
                      <a:pPr algn="ctr" fontAlgn="b">
                        <a:buNone/>
                      </a:pPr>
                      <a:r>
                        <a:rPr lang="en-US" sz="800" u="none" strike="noStrike">
                          <a:effectLst/>
                        </a:rPr>
                        <a:t>29</a:t>
                      </a:r>
                      <a:endParaRPr lang="en-US" sz="800" b="0" i="0" u="none" strike="noStrike">
                        <a:solidFill>
                          <a:srgbClr val="000000"/>
                        </a:solidFill>
                        <a:effectLst/>
                        <a:latin typeface="Calibri" panose="020F0502020204030204" pitchFamily="34" charset="0"/>
                      </a:endParaRPr>
                    </a:p>
                  </a:txBody>
                  <a:tcPr marL="6629" marR="6629" marT="7018" marB="0" anchor="b"/>
                </a:tc>
                <a:tc>
                  <a:txBody>
                    <a:bodyPr/>
                    <a:lstStyle/>
                    <a:p>
                      <a:pPr algn="ctr" fontAlgn="b">
                        <a:buNone/>
                      </a:pPr>
                      <a:r>
                        <a:rPr lang="en-US" sz="800" u="none" strike="noStrike">
                          <a:effectLst/>
                        </a:rPr>
                        <a:t>47653</a:t>
                      </a:r>
                      <a:endParaRPr lang="en-US" sz="800" b="0" i="0" u="none" strike="noStrike">
                        <a:solidFill>
                          <a:srgbClr val="000000"/>
                        </a:solidFill>
                        <a:effectLst/>
                        <a:latin typeface="Calibri" panose="020F0502020204030204" pitchFamily="34" charset="0"/>
                      </a:endParaRPr>
                    </a:p>
                  </a:txBody>
                  <a:tcPr marL="6629" marR="6629" marT="7018" marB="0" anchor="b"/>
                </a:tc>
                <a:extLst>
                  <a:ext uri="{0D108BD9-81ED-4DB2-BD59-A6C34878D82A}">
                    <a16:rowId xmlns:a16="http://schemas.microsoft.com/office/drawing/2014/main" val="700847417"/>
                  </a:ext>
                </a:extLst>
              </a:tr>
              <a:tr h="180808">
                <a:tc>
                  <a:txBody>
                    <a:bodyPr/>
                    <a:lstStyle/>
                    <a:p>
                      <a:pPr algn="ctr" fontAlgn="b">
                        <a:buNone/>
                      </a:pPr>
                      <a:r>
                        <a:rPr lang="en-US" sz="800" u="none" strike="noStrike">
                          <a:effectLst/>
                        </a:rPr>
                        <a:t>30</a:t>
                      </a:r>
                      <a:endParaRPr lang="en-US" sz="800" b="0" i="0" u="none" strike="noStrike">
                        <a:solidFill>
                          <a:srgbClr val="000000"/>
                        </a:solidFill>
                        <a:effectLst/>
                        <a:latin typeface="Calibri" panose="020F0502020204030204" pitchFamily="34" charset="0"/>
                      </a:endParaRPr>
                    </a:p>
                  </a:txBody>
                  <a:tcPr marL="6629" marR="6629" marT="7018" marB="0" anchor="b"/>
                </a:tc>
                <a:tc>
                  <a:txBody>
                    <a:bodyPr/>
                    <a:lstStyle/>
                    <a:p>
                      <a:pPr algn="ctr" fontAlgn="b">
                        <a:buNone/>
                      </a:pPr>
                      <a:r>
                        <a:rPr lang="en-US" sz="800" u="none" strike="noStrike">
                          <a:effectLst/>
                        </a:rPr>
                        <a:t>53106</a:t>
                      </a:r>
                      <a:endParaRPr lang="en-US" sz="800" b="0" i="0" u="none" strike="noStrike">
                        <a:solidFill>
                          <a:srgbClr val="000000"/>
                        </a:solidFill>
                        <a:effectLst/>
                        <a:latin typeface="Calibri" panose="020F0502020204030204" pitchFamily="34" charset="0"/>
                      </a:endParaRPr>
                    </a:p>
                  </a:txBody>
                  <a:tcPr marL="6629" marR="6629" marT="7018" marB="0" anchor="b"/>
                </a:tc>
                <a:extLst>
                  <a:ext uri="{0D108BD9-81ED-4DB2-BD59-A6C34878D82A}">
                    <a16:rowId xmlns:a16="http://schemas.microsoft.com/office/drawing/2014/main" val="3104844229"/>
                  </a:ext>
                </a:extLst>
              </a:tr>
              <a:tr h="180808">
                <a:tc>
                  <a:txBody>
                    <a:bodyPr/>
                    <a:lstStyle/>
                    <a:p>
                      <a:pPr algn="ctr" fontAlgn="b">
                        <a:buNone/>
                      </a:pPr>
                      <a:r>
                        <a:rPr lang="en-US" sz="800" u="none" strike="noStrike">
                          <a:effectLst/>
                        </a:rPr>
                        <a:t>Grand Total</a:t>
                      </a:r>
                      <a:endParaRPr lang="en-US" sz="800" b="1" i="0" u="none" strike="noStrike">
                        <a:solidFill>
                          <a:srgbClr val="000000"/>
                        </a:solidFill>
                        <a:effectLst/>
                        <a:latin typeface="Calibri" panose="020F0502020204030204" pitchFamily="34" charset="0"/>
                      </a:endParaRPr>
                    </a:p>
                  </a:txBody>
                  <a:tcPr marL="6629" marR="6629" marT="7018" marB="0" anchor="b"/>
                </a:tc>
                <a:tc>
                  <a:txBody>
                    <a:bodyPr/>
                    <a:lstStyle/>
                    <a:p>
                      <a:pPr algn="ctr" fontAlgn="b">
                        <a:buNone/>
                      </a:pPr>
                      <a:r>
                        <a:rPr lang="en-US" sz="800" u="none" strike="noStrike">
                          <a:effectLst/>
                        </a:rPr>
                        <a:t>1538385</a:t>
                      </a:r>
                      <a:endParaRPr lang="en-US" sz="800" b="1" i="0" u="none" strike="noStrike">
                        <a:solidFill>
                          <a:srgbClr val="000000"/>
                        </a:solidFill>
                        <a:effectLst/>
                        <a:latin typeface="Calibri" panose="020F0502020204030204" pitchFamily="34" charset="0"/>
                      </a:endParaRPr>
                    </a:p>
                  </a:txBody>
                  <a:tcPr marL="6629" marR="6629" marT="7018" marB="0" anchor="b"/>
                </a:tc>
                <a:extLst>
                  <a:ext uri="{0D108BD9-81ED-4DB2-BD59-A6C34878D82A}">
                    <a16:rowId xmlns:a16="http://schemas.microsoft.com/office/drawing/2014/main" val="2908072540"/>
                  </a:ext>
                </a:extLst>
              </a:tr>
              <a:tr h="180808">
                <a:tc>
                  <a:txBody>
                    <a:bodyPr/>
                    <a:lstStyle/>
                    <a:p>
                      <a:pPr algn="ctr" fontAlgn="b">
                        <a:buNone/>
                      </a:pPr>
                      <a:endParaRPr lang="en-US" sz="800" b="1" i="0" u="none" strike="noStrike">
                        <a:solidFill>
                          <a:srgbClr val="000000"/>
                        </a:solidFill>
                        <a:effectLst/>
                        <a:latin typeface="Calibri" panose="020F0502020204030204" pitchFamily="34" charset="0"/>
                      </a:endParaRPr>
                    </a:p>
                  </a:txBody>
                  <a:tcPr marL="6629" marR="6629" marT="7018" marB="0" anchor="b"/>
                </a:tc>
                <a:tc>
                  <a:txBody>
                    <a:bodyPr/>
                    <a:lstStyle/>
                    <a:p>
                      <a:pPr algn="ctr" fontAlgn="b">
                        <a:buNone/>
                      </a:pPr>
                      <a:endParaRPr lang="en-US" sz="800" b="1" i="0" u="none" strike="noStrike">
                        <a:solidFill>
                          <a:srgbClr val="000000"/>
                        </a:solidFill>
                        <a:effectLst/>
                        <a:latin typeface="Calibri" panose="020F0502020204030204" pitchFamily="34" charset="0"/>
                      </a:endParaRPr>
                    </a:p>
                  </a:txBody>
                  <a:tcPr marL="6629" marR="6629" marT="7018" marB="0" anchor="b"/>
                </a:tc>
                <a:extLst>
                  <a:ext uri="{0D108BD9-81ED-4DB2-BD59-A6C34878D82A}">
                    <a16:rowId xmlns:a16="http://schemas.microsoft.com/office/drawing/2014/main" val="4018904078"/>
                  </a:ext>
                </a:extLst>
              </a:tr>
              <a:tr h="180808">
                <a:tc gridSpan="2">
                  <a:txBody>
                    <a:bodyPr/>
                    <a:lstStyle/>
                    <a:p>
                      <a:pPr algn="ctr" fontAlgn="b">
                        <a:buNone/>
                      </a:pPr>
                      <a:r>
                        <a:rPr lang="en-US" sz="800" u="none" strike="noStrike">
                          <a:effectLst/>
                        </a:rPr>
                        <a:t>Correlation Coefficient</a:t>
                      </a:r>
                      <a:endParaRPr lang="en-US" sz="800" b="1" i="0" u="none" strike="noStrike">
                        <a:solidFill>
                          <a:srgbClr val="000000"/>
                        </a:solidFill>
                        <a:effectLst/>
                        <a:latin typeface="Calibri" panose="020F0502020204030204" pitchFamily="34" charset="0"/>
                      </a:endParaRPr>
                    </a:p>
                  </a:txBody>
                  <a:tcPr marL="6629" marR="6629" marT="7018" marB="0" anchor="b"/>
                </a:tc>
                <a:tc hMerge="1">
                  <a:txBody>
                    <a:bodyPr/>
                    <a:lstStyle/>
                    <a:p>
                      <a:endParaRPr lang="en-US"/>
                    </a:p>
                  </a:txBody>
                  <a:tcPr/>
                </a:tc>
                <a:extLst>
                  <a:ext uri="{0D108BD9-81ED-4DB2-BD59-A6C34878D82A}">
                    <a16:rowId xmlns:a16="http://schemas.microsoft.com/office/drawing/2014/main" val="36540052"/>
                  </a:ext>
                </a:extLst>
              </a:tr>
              <a:tr h="180808">
                <a:tc>
                  <a:txBody>
                    <a:bodyPr/>
                    <a:lstStyle/>
                    <a:p>
                      <a:pPr algn="ctr" fontAlgn="b">
                        <a:buNone/>
                      </a:pPr>
                      <a:r>
                        <a:rPr lang="en-US" sz="800" u="none" strike="noStrike">
                          <a:effectLst/>
                        </a:rPr>
                        <a:t>Correlation</a:t>
                      </a:r>
                      <a:endParaRPr lang="en-US" sz="800" b="0" i="0" u="none" strike="noStrike">
                        <a:solidFill>
                          <a:srgbClr val="000000"/>
                        </a:solidFill>
                        <a:effectLst/>
                        <a:latin typeface="Calibri" panose="020F0502020204030204" pitchFamily="34" charset="0"/>
                      </a:endParaRPr>
                    </a:p>
                  </a:txBody>
                  <a:tcPr marL="6629" marR="6629" marT="7018" marB="0" anchor="b"/>
                </a:tc>
                <a:tc>
                  <a:txBody>
                    <a:bodyPr/>
                    <a:lstStyle/>
                    <a:p>
                      <a:pPr algn="ctr" fontAlgn="b">
                        <a:buNone/>
                      </a:pPr>
                      <a:r>
                        <a:rPr lang="en-US" sz="800" u="none" strike="noStrike" dirty="0">
                          <a:effectLst/>
                        </a:rPr>
                        <a:t>0.073973495</a:t>
                      </a:r>
                      <a:endParaRPr lang="en-US" sz="800" b="0" i="0" u="none" strike="noStrike" dirty="0">
                        <a:solidFill>
                          <a:srgbClr val="000000"/>
                        </a:solidFill>
                        <a:effectLst/>
                        <a:latin typeface="Calibri" panose="020F0502020204030204" pitchFamily="34" charset="0"/>
                      </a:endParaRPr>
                    </a:p>
                  </a:txBody>
                  <a:tcPr marL="6629" marR="6629" marT="7018" marB="0" anchor="b"/>
                </a:tc>
                <a:extLst>
                  <a:ext uri="{0D108BD9-81ED-4DB2-BD59-A6C34878D82A}">
                    <a16:rowId xmlns:a16="http://schemas.microsoft.com/office/drawing/2014/main" val="2922290748"/>
                  </a:ext>
                </a:extLst>
              </a:tr>
            </a:tbl>
          </a:graphicData>
        </a:graphic>
      </p:graphicFrame>
      <p:sp>
        <p:nvSpPr>
          <p:cNvPr id="10" name="Content Placeholder 9">
            <a:extLst>
              <a:ext uri="{FF2B5EF4-FFF2-40B4-BE49-F238E27FC236}">
                <a16:creationId xmlns:a16="http://schemas.microsoft.com/office/drawing/2014/main" id="{7F4FBAA1-6353-47AB-FE95-14456E485D05}"/>
              </a:ext>
            </a:extLst>
          </p:cNvPr>
          <p:cNvSpPr>
            <a:spLocks noGrp="1"/>
          </p:cNvSpPr>
          <p:nvPr>
            <p:ph sz="half" idx="2"/>
          </p:nvPr>
        </p:nvSpPr>
        <p:spPr/>
        <p:txBody>
          <a:bodyPr/>
          <a:lstStyle/>
          <a:p>
            <a:r>
              <a:rPr lang="en-IN" b="1" dirty="0"/>
              <a:t>Overview on comparison between Weekly hours spent on entertainment &amp; Expenditure:</a:t>
            </a:r>
            <a:endParaRPr lang="en-US" dirty="0"/>
          </a:p>
          <a:p>
            <a:r>
              <a:rPr lang="en-IN" b="1" dirty="0"/>
              <a:t>Total Respondents: 1000</a:t>
            </a:r>
            <a:endParaRPr lang="en-US" dirty="0"/>
          </a:p>
          <a:p>
            <a:r>
              <a:rPr lang="en-IN" b="1" dirty="0"/>
              <a:t>Total Weekly Hours: 17,314</a:t>
            </a:r>
            <a:endParaRPr lang="en-US" dirty="0"/>
          </a:p>
          <a:p>
            <a:r>
              <a:rPr lang="en-IN" b="1" dirty="0"/>
              <a:t>Total Monthly Spending: ₹1,538,385</a:t>
            </a:r>
            <a:endParaRPr lang="en-US" dirty="0"/>
          </a:p>
          <a:p>
            <a:endParaRPr lang="en-US" dirty="0"/>
          </a:p>
        </p:txBody>
      </p:sp>
    </p:spTree>
    <p:extLst>
      <p:ext uri="{BB962C8B-B14F-4D97-AF65-F5344CB8AC3E}">
        <p14:creationId xmlns:p14="http://schemas.microsoft.com/office/powerpoint/2010/main" val="16738569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70A79AF-99B6-2D89-1487-A61D7C22DF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3994E7-10DC-BA41-0E8E-7178D2E2CC75}"/>
              </a:ext>
            </a:extLst>
          </p:cNvPr>
          <p:cNvSpPr>
            <a:spLocks noGrp="1"/>
          </p:cNvSpPr>
          <p:nvPr>
            <p:ph type="title"/>
          </p:nvPr>
        </p:nvSpPr>
        <p:spPr>
          <a:xfrm>
            <a:off x="1097280" y="271614"/>
            <a:ext cx="10058400" cy="552846"/>
          </a:xfrm>
        </p:spPr>
        <p:txBody>
          <a:bodyPr>
            <a:normAutofit fontScale="90000"/>
          </a:bodyPr>
          <a:lstStyle/>
          <a:p>
            <a:br>
              <a:rPr lang="en-IN" dirty="0"/>
            </a:br>
            <a:endParaRPr lang="en-IN" dirty="0"/>
          </a:p>
        </p:txBody>
      </p:sp>
      <p:graphicFrame>
        <p:nvGraphicFramePr>
          <p:cNvPr id="4" name="Content Placeholder 3">
            <a:extLst>
              <a:ext uri="{FF2B5EF4-FFF2-40B4-BE49-F238E27FC236}">
                <a16:creationId xmlns:a16="http://schemas.microsoft.com/office/drawing/2014/main" id="{2E14DB22-3492-2FB9-0CC7-943D1501B423}"/>
              </a:ext>
            </a:extLst>
          </p:cNvPr>
          <p:cNvGraphicFramePr>
            <a:graphicFrameLocks noGrp="1"/>
          </p:cNvGraphicFramePr>
          <p:nvPr>
            <p:ph sz="half" idx="1"/>
            <p:extLst>
              <p:ext uri="{D42A27DB-BD31-4B8C-83A1-F6EECF244321}">
                <p14:modId xmlns:p14="http://schemas.microsoft.com/office/powerpoint/2010/main" val="1890595735"/>
              </p:ext>
            </p:extLst>
          </p:nvPr>
        </p:nvGraphicFramePr>
        <p:xfrm>
          <a:off x="222855" y="149902"/>
          <a:ext cx="6672620" cy="5921113"/>
        </p:xfrm>
        <a:graphic>
          <a:graphicData uri="http://schemas.openxmlformats.org/drawingml/2006/chart">
            <c:chart xmlns:c="http://schemas.openxmlformats.org/drawingml/2006/chart" xmlns:r="http://schemas.openxmlformats.org/officeDocument/2006/relationships" r:id="rId2"/>
          </a:graphicData>
        </a:graphic>
      </p:graphicFrame>
      <p:sp>
        <p:nvSpPr>
          <p:cNvPr id="6" name="Content Placeholder 5">
            <a:extLst>
              <a:ext uri="{FF2B5EF4-FFF2-40B4-BE49-F238E27FC236}">
                <a16:creationId xmlns:a16="http://schemas.microsoft.com/office/drawing/2014/main" id="{E13CC7E9-B060-B23E-547A-6FEE6990CD85}"/>
              </a:ext>
            </a:extLst>
          </p:cNvPr>
          <p:cNvSpPr>
            <a:spLocks noGrp="1"/>
          </p:cNvSpPr>
          <p:nvPr>
            <p:ph sz="half" idx="2"/>
          </p:nvPr>
        </p:nvSpPr>
        <p:spPr>
          <a:xfrm>
            <a:off x="6787545" y="786985"/>
            <a:ext cx="5181600" cy="4902799"/>
          </a:xfrm>
        </p:spPr>
        <p:txBody>
          <a:bodyPr/>
          <a:lstStyle/>
          <a:p>
            <a:r>
              <a:rPr lang="en-IN" sz="2000" dirty="0"/>
              <a:t>Average Weekly Entertainment Hours: </a:t>
            </a:r>
            <a:r>
              <a:rPr lang="en-IN" sz="2000" b="1" dirty="0"/>
              <a:t>17.3 hours per week</a:t>
            </a:r>
            <a:endParaRPr lang="en-US" sz="2000" dirty="0"/>
          </a:p>
          <a:p>
            <a:r>
              <a:rPr lang="en-IN" sz="2000" dirty="0"/>
              <a:t>Average Monthly Spending: </a:t>
            </a:r>
            <a:r>
              <a:rPr lang="en-IN" sz="2000" b="1" dirty="0"/>
              <a:t>₹1,538 per month</a:t>
            </a:r>
          </a:p>
          <a:p>
            <a:r>
              <a:rPr lang="en-IN" sz="2000" dirty="0"/>
              <a:t>➡ As engagement (hours) increases, spending generally tends to increase.</a:t>
            </a:r>
            <a:br>
              <a:rPr lang="en-IN" sz="2000" dirty="0"/>
            </a:br>
            <a:r>
              <a:rPr lang="en-IN" sz="2000" dirty="0"/>
              <a:t>➡ But the relationship is </a:t>
            </a:r>
            <a:r>
              <a:rPr lang="en-IN" sz="2000" b="1" dirty="0"/>
              <a:t>not perfectly linear</a:t>
            </a:r>
            <a:r>
              <a:rPr lang="en-IN" sz="2000" dirty="0"/>
              <a:t> due to variability.</a:t>
            </a:r>
            <a:endParaRPr lang="en-US" sz="2000" dirty="0"/>
          </a:p>
          <a:p>
            <a:endParaRPr lang="en-US" dirty="0"/>
          </a:p>
          <a:p>
            <a:endParaRPr lang="en-US" dirty="0"/>
          </a:p>
        </p:txBody>
      </p:sp>
    </p:spTree>
    <p:extLst>
      <p:ext uri="{BB962C8B-B14F-4D97-AF65-F5344CB8AC3E}">
        <p14:creationId xmlns:p14="http://schemas.microsoft.com/office/powerpoint/2010/main" val="33161665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D631845-5C52-9D56-9E77-C571F4491F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C4E677-4512-FC14-EAB9-E725B87E1A19}"/>
              </a:ext>
            </a:extLst>
          </p:cNvPr>
          <p:cNvSpPr>
            <a:spLocks noGrp="1"/>
          </p:cNvSpPr>
          <p:nvPr>
            <p:ph type="title"/>
          </p:nvPr>
        </p:nvSpPr>
        <p:spPr/>
        <p:txBody>
          <a:bodyPr>
            <a:normAutofit fontScale="90000"/>
          </a:bodyPr>
          <a:lstStyle/>
          <a:p>
            <a:br>
              <a:rPr lang="en-IN" dirty="0"/>
            </a:br>
            <a:br>
              <a:rPr lang="en-IN" dirty="0"/>
            </a:br>
            <a:br>
              <a:rPr lang="en-IN" dirty="0"/>
            </a:br>
            <a:br>
              <a:rPr lang="en-IN" dirty="0"/>
            </a:br>
            <a:endParaRPr lang="en-IN" dirty="0"/>
          </a:p>
        </p:txBody>
      </p:sp>
      <p:graphicFrame>
        <p:nvGraphicFramePr>
          <p:cNvPr id="4" name="Content Placeholder 3">
            <a:extLst>
              <a:ext uri="{FF2B5EF4-FFF2-40B4-BE49-F238E27FC236}">
                <a16:creationId xmlns:a16="http://schemas.microsoft.com/office/drawing/2014/main" id="{C96FD284-3A6B-2C47-09A8-AAC060CE3F5C}"/>
              </a:ext>
            </a:extLst>
          </p:cNvPr>
          <p:cNvGraphicFramePr>
            <a:graphicFrameLocks noGrp="1"/>
          </p:cNvGraphicFramePr>
          <p:nvPr>
            <p:ph sz="half" idx="1"/>
            <p:extLst>
              <p:ext uri="{D42A27DB-BD31-4B8C-83A1-F6EECF244321}">
                <p14:modId xmlns:p14="http://schemas.microsoft.com/office/powerpoint/2010/main" val="161132379"/>
              </p:ext>
            </p:extLst>
          </p:nvPr>
        </p:nvGraphicFramePr>
        <p:xfrm>
          <a:off x="464694" y="365125"/>
          <a:ext cx="11992131" cy="1613577"/>
        </p:xfrm>
        <a:graphic>
          <a:graphicData uri="http://schemas.openxmlformats.org/drawingml/2006/table">
            <a:tbl>
              <a:tblPr>
                <a:noFill/>
                <a:tableStyleId>{5C22544A-7EE6-4342-B048-85BDC9FD1C3A}</a:tableStyleId>
              </a:tblPr>
              <a:tblGrid>
                <a:gridCol w="11992131">
                  <a:extLst>
                    <a:ext uri="{9D8B030D-6E8A-4147-A177-3AD203B41FA5}">
                      <a16:colId xmlns:a16="http://schemas.microsoft.com/office/drawing/2014/main" val="682125099"/>
                    </a:ext>
                  </a:extLst>
                </a:gridCol>
              </a:tblGrid>
              <a:tr h="1613577">
                <a:tc>
                  <a:txBody>
                    <a:bodyPr/>
                    <a:lstStyle/>
                    <a:p>
                      <a:r>
                        <a:rPr lang="en-IN" sz="2800" b="1" kern="1200" dirty="0">
                          <a:solidFill>
                            <a:schemeClr val="bg1"/>
                          </a:solidFill>
                          <a:effectLst/>
                          <a:latin typeface="+mn-lt"/>
                          <a:ea typeface="+mn-ea"/>
                          <a:cs typeface="+mn-cs"/>
                        </a:rPr>
                        <a:t> 7. How does the intersection of geographic location and gender influence monthly spending across different entertainment genres?</a:t>
                      </a:r>
                      <a:endParaRPr lang="en-US" sz="2800" kern="1200" dirty="0">
                        <a:solidFill>
                          <a:schemeClr val="bg1"/>
                        </a:solidFill>
                        <a:effectLst/>
                        <a:latin typeface="+mn-lt"/>
                        <a:ea typeface="+mn-ea"/>
                        <a:cs typeface="+mn-cs"/>
                      </a:endParaRPr>
                    </a:p>
                  </a:txBody>
                  <a:tcPr marL="176022" marR="20955" marT="50292" marB="377190" anchor="b">
                    <a:lnL w="9525" cap="flat" cmpd="sng" algn="ctr">
                      <a:solidFill>
                        <a:schemeClr val="tx1"/>
                      </a:solidFill>
                      <a:prstDash val="solid"/>
                    </a:lnL>
                    <a:lnR w="12700" cmpd="sng">
                      <a:noFill/>
                      <a:prstDash val="solid"/>
                    </a:lnR>
                    <a:lnT w="9525" cap="flat" cmpd="sng" algn="ctr">
                      <a:noFill/>
                      <a:prstDash val="solid"/>
                    </a:lnT>
                    <a:lnB w="12700" cmpd="sng">
                      <a:noFill/>
                      <a:prstDash val="solid"/>
                    </a:lnB>
                    <a:noFill/>
                  </a:tcPr>
                </a:tc>
                <a:extLst>
                  <a:ext uri="{0D108BD9-81ED-4DB2-BD59-A6C34878D82A}">
                    <a16:rowId xmlns:a16="http://schemas.microsoft.com/office/drawing/2014/main" val="1468113205"/>
                  </a:ext>
                </a:extLst>
              </a:tr>
            </a:tbl>
          </a:graphicData>
        </a:graphic>
      </p:graphicFrame>
      <p:sp>
        <p:nvSpPr>
          <p:cNvPr id="3" name="Content Placeholder 2">
            <a:extLst>
              <a:ext uri="{FF2B5EF4-FFF2-40B4-BE49-F238E27FC236}">
                <a16:creationId xmlns:a16="http://schemas.microsoft.com/office/drawing/2014/main" id="{434E73D1-BDCB-76A0-CAE3-5C8BE23B59AD}"/>
              </a:ext>
            </a:extLst>
          </p:cNvPr>
          <p:cNvSpPr>
            <a:spLocks noGrp="1"/>
          </p:cNvSpPr>
          <p:nvPr>
            <p:ph sz="half" idx="2"/>
          </p:nvPr>
        </p:nvSpPr>
        <p:spPr>
          <a:xfrm>
            <a:off x="5876143" y="1978702"/>
            <a:ext cx="5741234" cy="4751881"/>
          </a:xfrm>
        </p:spPr>
        <p:txBody>
          <a:bodyPr>
            <a:normAutofit/>
          </a:bodyPr>
          <a:lstStyle/>
          <a:p>
            <a:pPr lvl="0"/>
            <a:r>
              <a:rPr lang="en-IN" dirty="0"/>
              <a:t>Across all demographics and regions, the total monthly spending on entertainment is ₹1,538,385.</a:t>
            </a:r>
            <a:endParaRPr lang="en-US" dirty="0"/>
          </a:p>
          <a:p>
            <a:pPr lvl="0"/>
            <a:r>
              <a:rPr lang="en-IN" b="1" dirty="0"/>
              <a:t>Sports</a:t>
            </a:r>
            <a:r>
              <a:rPr lang="en-IN" dirty="0"/>
              <a:t> is the highest-grossing genre overall, with a total spend of </a:t>
            </a:r>
            <a:r>
              <a:rPr lang="en-IN" b="1" dirty="0"/>
              <a:t>₹216,381</a:t>
            </a:r>
            <a:r>
              <a:rPr lang="en-IN" dirty="0"/>
              <a:t>, closely followed by </a:t>
            </a:r>
            <a:r>
              <a:rPr lang="en-IN" b="1" dirty="0"/>
              <a:t>Drama</a:t>
            </a:r>
            <a:r>
              <a:rPr lang="en-IN" dirty="0"/>
              <a:t> at </a:t>
            </a:r>
            <a:r>
              <a:rPr lang="en-IN" b="1" dirty="0"/>
              <a:t>₹216,116</a:t>
            </a:r>
            <a:r>
              <a:rPr lang="en-IN" dirty="0"/>
              <a:t>.</a:t>
            </a:r>
            <a:endParaRPr lang="en-US" dirty="0"/>
          </a:p>
          <a:p>
            <a:pPr lvl="0"/>
            <a:r>
              <a:rPr lang="en-IN" dirty="0"/>
              <a:t>The </a:t>
            </a:r>
            <a:r>
              <a:rPr lang="en-IN" b="1" dirty="0"/>
              <a:t>Urban</a:t>
            </a:r>
            <a:r>
              <a:rPr lang="en-IN" dirty="0"/>
              <a:t> sector is the largest contributor to revenue, accounting for </a:t>
            </a:r>
            <a:r>
              <a:rPr lang="en-IN" b="1" dirty="0"/>
              <a:t>₹533,947</a:t>
            </a:r>
            <a:r>
              <a:rPr lang="en-IN" dirty="0"/>
              <a:t> Metro users prioritize Comedy, spending ₹75,807, which is significantly higher than their spend on Pop or Action.</a:t>
            </a:r>
            <a:endParaRPr lang="en-US" dirty="0"/>
          </a:p>
          <a:p>
            <a:endParaRPr lang="en-US" dirty="0"/>
          </a:p>
        </p:txBody>
      </p:sp>
      <p:graphicFrame>
        <p:nvGraphicFramePr>
          <p:cNvPr id="6" name="Chart 5">
            <a:extLst>
              <a:ext uri="{FF2B5EF4-FFF2-40B4-BE49-F238E27FC236}">
                <a16:creationId xmlns:a16="http://schemas.microsoft.com/office/drawing/2014/main" id="{5C4AC0BA-143D-43EC-8C9F-2A118660EF7F}"/>
              </a:ext>
            </a:extLst>
          </p:cNvPr>
          <p:cNvGraphicFramePr>
            <a:graphicFrameLocks/>
          </p:cNvGraphicFramePr>
          <p:nvPr>
            <p:extLst>
              <p:ext uri="{D42A27DB-BD31-4B8C-83A1-F6EECF244321}">
                <p14:modId xmlns:p14="http://schemas.microsoft.com/office/powerpoint/2010/main" val="4081608804"/>
              </p:ext>
            </p:extLst>
          </p:nvPr>
        </p:nvGraphicFramePr>
        <p:xfrm>
          <a:off x="0" y="1978703"/>
          <a:ext cx="5876143" cy="475188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6931839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70D66E4-9FDD-8D99-7E3E-400B8B37B5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13350C-86BE-EE7C-1CFC-14AFC6163BB3}"/>
              </a:ext>
            </a:extLst>
          </p:cNvPr>
          <p:cNvSpPr>
            <a:spLocks noGrp="1"/>
          </p:cNvSpPr>
          <p:nvPr>
            <p:ph type="title"/>
          </p:nvPr>
        </p:nvSpPr>
        <p:spPr/>
        <p:txBody>
          <a:bodyPr>
            <a:normAutofit/>
          </a:bodyPr>
          <a:lstStyle/>
          <a:p>
            <a:br>
              <a:rPr lang="en-IN" dirty="0"/>
            </a:br>
            <a:endParaRPr lang="en-IN" dirty="0"/>
          </a:p>
        </p:txBody>
      </p:sp>
      <p:sp>
        <p:nvSpPr>
          <p:cNvPr id="16" name="Content Placeholder 15">
            <a:extLst>
              <a:ext uri="{FF2B5EF4-FFF2-40B4-BE49-F238E27FC236}">
                <a16:creationId xmlns:a16="http://schemas.microsoft.com/office/drawing/2014/main" id="{AF7270BD-A34D-BCA7-F2AB-F0CFAA9DFB8B}"/>
              </a:ext>
            </a:extLst>
          </p:cNvPr>
          <p:cNvSpPr>
            <a:spLocks noGrp="1"/>
          </p:cNvSpPr>
          <p:nvPr>
            <p:ph idx="1"/>
          </p:nvPr>
        </p:nvSpPr>
        <p:spPr>
          <a:xfrm>
            <a:off x="5242738" y="1257299"/>
            <a:ext cx="5070495" cy="5158491"/>
          </a:xfrm>
        </p:spPr>
        <p:txBody>
          <a:bodyPr>
            <a:normAutofit/>
          </a:bodyPr>
          <a:lstStyle/>
          <a:p>
            <a:pPr lvl="0"/>
            <a:r>
              <a:rPr lang="en-IN" sz="2400" dirty="0"/>
              <a:t>The survey respondents are almost evenly distributed across education levels, with School-level individuals making up 35.40% (354).</a:t>
            </a:r>
            <a:endParaRPr lang="en-US" sz="2400" dirty="0"/>
          </a:p>
          <a:p>
            <a:pPr lvl="0"/>
            <a:r>
              <a:rPr lang="en-IN" sz="2400" dirty="0"/>
              <a:t> Post-Graduates (PG) at 33.50% (335).</a:t>
            </a:r>
            <a:endParaRPr lang="en-US" sz="2400" dirty="0"/>
          </a:p>
          <a:p>
            <a:pPr lvl="0"/>
            <a:r>
              <a:rPr lang="en-IN" sz="2400" dirty="0"/>
              <a:t>Undergraduates (UG) at 31.10% (311) of the 1,000-person sample.</a:t>
            </a:r>
            <a:endParaRPr lang="en-US" sz="2400" dirty="0"/>
          </a:p>
          <a:p>
            <a:pPr marL="0" indent="0">
              <a:buNone/>
            </a:pPr>
            <a:r>
              <a:rPr lang="en-US" sz="2400" dirty="0"/>
              <a:t> </a:t>
            </a:r>
          </a:p>
          <a:p>
            <a:endParaRPr lang="en-US" dirty="0"/>
          </a:p>
        </p:txBody>
      </p:sp>
      <p:sp>
        <p:nvSpPr>
          <p:cNvPr id="17" name="Text Placeholder 16">
            <a:extLst>
              <a:ext uri="{FF2B5EF4-FFF2-40B4-BE49-F238E27FC236}">
                <a16:creationId xmlns:a16="http://schemas.microsoft.com/office/drawing/2014/main" id="{6FD08BCC-677A-41E6-2CAF-C7DA8441E5D0}"/>
              </a:ext>
            </a:extLst>
          </p:cNvPr>
          <p:cNvSpPr>
            <a:spLocks noGrp="1"/>
          </p:cNvSpPr>
          <p:nvPr>
            <p:ph type="body" sz="half" idx="2"/>
          </p:nvPr>
        </p:nvSpPr>
        <p:spPr>
          <a:xfrm>
            <a:off x="197785" y="322288"/>
            <a:ext cx="12124129" cy="790731"/>
          </a:xfrm>
        </p:spPr>
        <p:txBody>
          <a:bodyPr>
            <a:normAutofit/>
          </a:bodyPr>
          <a:lstStyle/>
          <a:p>
            <a:r>
              <a:rPr lang="en-IN" sz="2800" b="1" dirty="0"/>
              <a:t>8. What is the distribution of educational level among respondents?</a:t>
            </a:r>
            <a:endParaRPr lang="en-US" sz="2800" dirty="0"/>
          </a:p>
          <a:p>
            <a:endParaRPr lang="en-US" dirty="0"/>
          </a:p>
        </p:txBody>
      </p:sp>
      <p:graphicFrame>
        <p:nvGraphicFramePr>
          <p:cNvPr id="18" name="Chart 17">
            <a:extLst>
              <a:ext uri="{FF2B5EF4-FFF2-40B4-BE49-F238E27FC236}">
                <a16:creationId xmlns:a16="http://schemas.microsoft.com/office/drawing/2014/main" id="{B6E53628-5579-43F5-A56B-2A1324E6F767}"/>
              </a:ext>
            </a:extLst>
          </p:cNvPr>
          <p:cNvGraphicFramePr>
            <a:graphicFrameLocks/>
          </p:cNvGraphicFramePr>
          <p:nvPr>
            <p:extLst>
              <p:ext uri="{D42A27DB-BD31-4B8C-83A1-F6EECF244321}">
                <p14:modId xmlns:p14="http://schemas.microsoft.com/office/powerpoint/2010/main" val="3199713550"/>
              </p:ext>
            </p:extLst>
          </p:nvPr>
        </p:nvGraphicFramePr>
        <p:xfrm>
          <a:off x="200025" y="1257299"/>
          <a:ext cx="4572000" cy="3029887"/>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9" name="Object 18">
            <a:extLst>
              <a:ext uri="{FF2B5EF4-FFF2-40B4-BE49-F238E27FC236}">
                <a16:creationId xmlns:a16="http://schemas.microsoft.com/office/drawing/2014/main" id="{5F8F00C2-31A0-6AD2-A9ED-ACD13E24A25C}"/>
              </a:ext>
            </a:extLst>
          </p:cNvPr>
          <p:cNvGraphicFramePr>
            <a:graphicFrameLocks noChangeAspect="1"/>
          </p:cNvGraphicFramePr>
          <p:nvPr>
            <p:extLst>
              <p:ext uri="{D42A27DB-BD31-4B8C-83A1-F6EECF244321}">
                <p14:modId xmlns:p14="http://schemas.microsoft.com/office/powerpoint/2010/main" val="2837545397"/>
              </p:ext>
            </p:extLst>
          </p:nvPr>
        </p:nvGraphicFramePr>
        <p:xfrm>
          <a:off x="197785" y="4431466"/>
          <a:ext cx="4405190" cy="1699511"/>
        </p:xfrm>
        <a:graphic>
          <a:graphicData uri="http://schemas.openxmlformats.org/presentationml/2006/ole">
            <mc:AlternateContent xmlns:mc="http://schemas.openxmlformats.org/markup-compatibility/2006">
              <mc:Choice xmlns:v="urn:schemas-microsoft-com:vml" Requires="v">
                <p:oleObj name="Worksheet" r:id="rId3" imgW="3228786" imgH="1152673" progId="Excel.Sheet.12">
                  <p:embed/>
                </p:oleObj>
              </mc:Choice>
              <mc:Fallback>
                <p:oleObj name="Worksheet" r:id="rId3" imgW="3228786" imgH="1152673" progId="Excel.Sheet.12">
                  <p:embed/>
                  <p:pic>
                    <p:nvPicPr>
                      <p:cNvPr id="0" name=""/>
                      <p:cNvPicPr/>
                      <p:nvPr/>
                    </p:nvPicPr>
                    <p:blipFill>
                      <a:blip r:embed="rId4"/>
                      <a:stretch>
                        <a:fillRect/>
                      </a:stretch>
                    </p:blipFill>
                    <p:spPr>
                      <a:xfrm>
                        <a:off x="197785" y="4431466"/>
                        <a:ext cx="4405190" cy="1699511"/>
                      </a:xfrm>
                      <a:prstGeom prst="rect">
                        <a:avLst/>
                      </a:prstGeom>
                    </p:spPr>
                  </p:pic>
                </p:oleObj>
              </mc:Fallback>
            </mc:AlternateContent>
          </a:graphicData>
        </a:graphic>
      </p:graphicFrame>
    </p:spTree>
    <p:extLst>
      <p:ext uri="{BB962C8B-B14F-4D97-AF65-F5344CB8AC3E}">
        <p14:creationId xmlns:p14="http://schemas.microsoft.com/office/powerpoint/2010/main" val="24329575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2FE0A0F-3E13-4EBB-E9E8-C76ADA3A04C7}"/>
              </a:ext>
            </a:extLst>
          </p:cNvPr>
          <p:cNvPicPr>
            <a:picLocks noChangeAspect="1"/>
          </p:cNvPicPr>
          <p:nvPr/>
        </p:nvPicPr>
        <p:blipFill>
          <a:blip r:embed="rId2"/>
          <a:stretch>
            <a:fillRect/>
          </a:stretch>
        </p:blipFill>
        <p:spPr>
          <a:xfrm>
            <a:off x="104931" y="-1"/>
            <a:ext cx="11767279" cy="4153003"/>
          </a:xfrm>
          <a:prstGeom prst="rect">
            <a:avLst/>
          </a:prstGeom>
        </p:spPr>
      </p:pic>
      <p:pic>
        <p:nvPicPr>
          <p:cNvPr id="3" name="Picture 2">
            <a:extLst>
              <a:ext uri="{FF2B5EF4-FFF2-40B4-BE49-F238E27FC236}">
                <a16:creationId xmlns:a16="http://schemas.microsoft.com/office/drawing/2014/main" id="{CC04A39B-809A-6E1D-F7FF-51DAC17CA290}"/>
              </a:ext>
            </a:extLst>
          </p:cNvPr>
          <p:cNvPicPr>
            <a:picLocks noChangeAspect="1"/>
          </p:cNvPicPr>
          <p:nvPr/>
        </p:nvPicPr>
        <p:blipFill>
          <a:blip r:embed="rId3"/>
          <a:stretch>
            <a:fillRect/>
          </a:stretch>
        </p:blipFill>
        <p:spPr>
          <a:xfrm>
            <a:off x="104931" y="4153003"/>
            <a:ext cx="11767279" cy="2464683"/>
          </a:xfrm>
          <a:prstGeom prst="rect">
            <a:avLst/>
          </a:prstGeom>
        </p:spPr>
      </p:pic>
    </p:spTree>
    <p:extLst>
      <p:ext uri="{BB962C8B-B14F-4D97-AF65-F5344CB8AC3E}">
        <p14:creationId xmlns:p14="http://schemas.microsoft.com/office/powerpoint/2010/main" val="2130647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E983ED-E607-1949-24D4-CC718056A5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A6CE2A-08C9-6542-067E-42A549CFE479}"/>
              </a:ext>
            </a:extLst>
          </p:cNvPr>
          <p:cNvSpPr>
            <a:spLocks noGrp="1"/>
          </p:cNvSpPr>
          <p:nvPr>
            <p:ph type="title"/>
          </p:nvPr>
        </p:nvSpPr>
        <p:spPr>
          <a:xfrm>
            <a:off x="1137037" y="741082"/>
            <a:ext cx="9274512" cy="949606"/>
          </a:xfrm>
        </p:spPr>
        <p:txBody>
          <a:bodyPr>
            <a:normAutofit fontScale="90000"/>
          </a:bodyPr>
          <a:lstStyle/>
          <a:p>
            <a:br>
              <a:rPr lang="en-IN" dirty="0"/>
            </a:br>
            <a:br>
              <a:rPr lang="en-IN" dirty="0"/>
            </a:br>
            <a:br>
              <a:rPr lang="en-IN" dirty="0"/>
            </a:br>
            <a:br>
              <a:rPr lang="en-IN" dirty="0"/>
            </a:br>
            <a:endParaRPr lang="en-IN" dirty="0"/>
          </a:p>
        </p:txBody>
      </p:sp>
      <p:graphicFrame>
        <p:nvGraphicFramePr>
          <p:cNvPr id="4" name="Content Placeholder 3">
            <a:extLst>
              <a:ext uri="{FF2B5EF4-FFF2-40B4-BE49-F238E27FC236}">
                <a16:creationId xmlns:a16="http://schemas.microsoft.com/office/drawing/2014/main" id="{944932A6-943F-C4B5-B80B-558C8480C404}"/>
              </a:ext>
            </a:extLst>
          </p:cNvPr>
          <p:cNvGraphicFramePr>
            <a:graphicFrameLocks noGrp="1"/>
          </p:cNvGraphicFramePr>
          <p:nvPr>
            <p:ph idx="1"/>
          </p:nvPr>
        </p:nvGraphicFramePr>
        <p:xfrm>
          <a:off x="11375472" y="3364274"/>
          <a:ext cx="469783" cy="3445002"/>
        </p:xfrm>
        <a:graphic>
          <a:graphicData uri="http://schemas.openxmlformats.org/drawingml/2006/table">
            <a:tbl>
              <a:tblPr>
                <a:noFill/>
                <a:tableStyleId>{5C22544A-7EE6-4342-B048-85BDC9FD1C3A}</a:tableStyleId>
              </a:tblPr>
              <a:tblGrid>
                <a:gridCol w="469783">
                  <a:extLst>
                    <a:ext uri="{9D8B030D-6E8A-4147-A177-3AD203B41FA5}">
                      <a16:colId xmlns:a16="http://schemas.microsoft.com/office/drawing/2014/main" val="682125099"/>
                    </a:ext>
                  </a:extLst>
                </a:gridCol>
              </a:tblGrid>
              <a:tr h="0">
                <a:tc>
                  <a:txBody>
                    <a:bodyPr/>
                    <a:lstStyle/>
                    <a:p>
                      <a:pPr algn="l" fontAlgn="b">
                        <a:buNone/>
                      </a:pPr>
                      <a:endParaRPr lang="en-US" sz="3300" b="1" i="0" u="none" strike="noStrike" cap="none" spc="0" dirty="0">
                        <a:solidFill>
                          <a:schemeClr val="tx1"/>
                        </a:solidFill>
                        <a:effectLst/>
                        <a:latin typeface="Calibri" panose="020F0502020204030204" pitchFamily="34" charset="0"/>
                      </a:endParaRPr>
                    </a:p>
                    <a:p>
                      <a:pPr algn="l" fontAlgn="b">
                        <a:buNone/>
                      </a:pPr>
                      <a:endParaRPr lang="en-US" sz="3300" b="1" i="0" u="none" strike="noStrike" cap="none" spc="0" dirty="0">
                        <a:solidFill>
                          <a:schemeClr val="tx1"/>
                        </a:solidFill>
                        <a:effectLst/>
                        <a:latin typeface="Calibri" panose="020F0502020204030204" pitchFamily="34" charset="0"/>
                      </a:endParaRPr>
                    </a:p>
                    <a:p>
                      <a:pPr algn="l" fontAlgn="b">
                        <a:buNone/>
                      </a:pPr>
                      <a:endParaRPr lang="en-US" sz="3300" b="1" i="0" u="none" strike="noStrike" cap="none" spc="0" dirty="0">
                        <a:solidFill>
                          <a:schemeClr val="tx1"/>
                        </a:solidFill>
                        <a:effectLst/>
                        <a:latin typeface="Calibri" panose="020F0502020204030204" pitchFamily="34" charset="0"/>
                      </a:endParaRPr>
                    </a:p>
                    <a:p>
                      <a:pPr algn="l" fontAlgn="b">
                        <a:buNone/>
                      </a:pPr>
                      <a:endParaRPr lang="en-US" sz="3300" b="1" i="0" u="none" strike="noStrike" cap="none" spc="0" dirty="0">
                        <a:solidFill>
                          <a:schemeClr val="tx1"/>
                        </a:solidFill>
                        <a:effectLst/>
                        <a:latin typeface="Calibri" panose="020F0502020204030204" pitchFamily="34" charset="0"/>
                      </a:endParaRPr>
                    </a:p>
                    <a:p>
                      <a:pPr algn="l" fontAlgn="b">
                        <a:buNone/>
                      </a:pPr>
                      <a:endParaRPr lang="en-US" sz="3300" b="1" i="0" u="none" strike="noStrike" cap="none" spc="0" dirty="0">
                        <a:solidFill>
                          <a:schemeClr val="tx1"/>
                        </a:solidFill>
                        <a:effectLst/>
                        <a:latin typeface="Calibri" panose="020F0502020204030204" pitchFamily="34" charset="0"/>
                      </a:endParaRPr>
                    </a:p>
                    <a:p>
                      <a:pPr algn="l" fontAlgn="b">
                        <a:buNone/>
                      </a:pPr>
                      <a:endParaRPr lang="en-US" sz="3300" b="1" i="0" u="none" strike="noStrike" cap="none" spc="0" dirty="0">
                        <a:solidFill>
                          <a:schemeClr val="tx1"/>
                        </a:solidFill>
                        <a:effectLst/>
                        <a:latin typeface="Calibri" panose="020F0502020204030204" pitchFamily="34" charset="0"/>
                      </a:endParaRPr>
                    </a:p>
                  </a:txBody>
                  <a:tcPr marL="176022" marR="20955" marT="50292" marB="377190" anchor="b">
                    <a:lnL w="9525" cap="flat" cmpd="sng" algn="ctr">
                      <a:solidFill>
                        <a:schemeClr val="tx1"/>
                      </a:solidFill>
                      <a:prstDash val="solid"/>
                    </a:lnL>
                    <a:lnR w="12700" cmpd="sng">
                      <a:noFill/>
                      <a:prstDash val="solid"/>
                    </a:lnR>
                    <a:lnT w="9525" cap="flat" cmpd="sng" algn="ctr">
                      <a:noFill/>
                      <a:prstDash val="solid"/>
                    </a:lnT>
                    <a:lnB w="12700" cmpd="sng">
                      <a:noFill/>
                      <a:prstDash val="solid"/>
                    </a:lnB>
                    <a:noFill/>
                  </a:tcPr>
                </a:tc>
                <a:extLst>
                  <a:ext uri="{0D108BD9-81ED-4DB2-BD59-A6C34878D82A}">
                    <a16:rowId xmlns:a16="http://schemas.microsoft.com/office/drawing/2014/main" val="1468113205"/>
                  </a:ext>
                </a:extLst>
              </a:tr>
            </a:tbl>
          </a:graphicData>
        </a:graphic>
      </p:graphicFrame>
      <p:sp>
        <p:nvSpPr>
          <p:cNvPr id="5" name="TextBox 4">
            <a:extLst>
              <a:ext uri="{FF2B5EF4-FFF2-40B4-BE49-F238E27FC236}">
                <a16:creationId xmlns:a16="http://schemas.microsoft.com/office/drawing/2014/main" id="{28CD6947-8721-E3F8-BE43-09E90E323EAF}"/>
              </a:ext>
            </a:extLst>
          </p:cNvPr>
          <p:cNvSpPr txBox="1"/>
          <p:nvPr/>
        </p:nvSpPr>
        <p:spPr>
          <a:xfrm>
            <a:off x="-109642" y="1671813"/>
            <a:ext cx="10454041" cy="4353692"/>
          </a:xfrm>
          <a:prstGeom prst="rect">
            <a:avLst/>
          </a:prstGeom>
          <a:noFill/>
        </p:spPr>
        <p:txBody>
          <a:bodyPr wrap="square">
            <a:spAutoFit/>
          </a:bodyPr>
          <a:lstStyle/>
          <a:p>
            <a:pPr marL="495300" marR="0">
              <a:lnSpc>
                <a:spcPct val="107000"/>
              </a:lnSpc>
              <a:spcAft>
                <a:spcPts val="800"/>
              </a:spcAft>
              <a:buNone/>
            </a:pPr>
            <a:r>
              <a:rPr lang="en-IN" sz="1800" b="1" kern="0" dirty="0">
                <a:solidFill>
                  <a:srgbClr val="000000"/>
                </a:solidFill>
                <a:effectLst/>
                <a:latin typeface="Google Sans"/>
                <a:ea typeface="Times New Roman" panose="02020603050405020304" pitchFamily="18" charset="0"/>
                <a:cs typeface="Times New Roman" panose="02020603050405020304" pitchFamily="18" charset="0"/>
              </a:rPr>
              <a:t>"</a:t>
            </a:r>
            <a:r>
              <a:rPr lang="en-IN" sz="1800" b="1"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Entertainment Preferences &amp; Consumption Patterns</a:t>
            </a:r>
            <a:r>
              <a:rPr lang="en-IN" sz="1800" b="1" kern="0" dirty="0">
                <a:solidFill>
                  <a:srgbClr val="000000"/>
                </a:solidFill>
                <a:effectLst/>
                <a:latin typeface="Google Sans"/>
                <a:ea typeface="Times New Roman" panose="02020603050405020304" pitchFamily="18" charset="0"/>
                <a:cs typeface="Times New Roman" panose="02020603050405020304" pitchFamily="18" charset="0"/>
              </a:rPr>
              <a:t>,"</a:t>
            </a:r>
            <a:r>
              <a:rPr lang="en-IN" sz="1800" kern="0" dirty="0">
                <a:solidFill>
                  <a:srgbClr val="000000"/>
                </a:solidFill>
                <a:effectLst/>
                <a:latin typeface="Google Sans"/>
                <a:ea typeface="Times New Roman" panose="02020603050405020304" pitchFamily="18" charset="0"/>
                <a:cs typeface="Times New Roman" panose="02020603050405020304" pitchFamily="18" charset="0"/>
              </a:rPr>
              <a:t> analyses the consumption patterns of </a:t>
            </a:r>
            <a:r>
              <a:rPr lang="en-IN" sz="1800" b="1" kern="0" dirty="0">
                <a:solidFill>
                  <a:srgbClr val="000000"/>
                </a:solidFill>
                <a:effectLst/>
                <a:latin typeface="Google Sans"/>
                <a:ea typeface="Times New Roman" panose="02020603050405020304" pitchFamily="18" charset="0"/>
                <a:cs typeface="Times New Roman" panose="02020603050405020304" pitchFamily="18" charset="0"/>
              </a:rPr>
              <a:t>1,000 respondents</a:t>
            </a:r>
            <a:r>
              <a:rPr lang="en-IN" sz="1800" kern="0" dirty="0">
                <a:solidFill>
                  <a:srgbClr val="000000"/>
                </a:solidFill>
                <a:effectLst/>
                <a:latin typeface="Google Sans"/>
                <a:ea typeface="Times New Roman" panose="02020603050405020304" pitchFamily="18" charset="0"/>
                <a:cs typeface="Times New Roman" panose="02020603050405020304" pitchFamily="18" charset="0"/>
              </a:rPr>
              <a:t> aged 18–40. Below is a high-level overview of the findings:</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495300" marR="0">
              <a:lnSpc>
                <a:spcPct val="107000"/>
              </a:lnSpc>
              <a:spcAft>
                <a:spcPts val="800"/>
              </a:spcAft>
              <a:buNone/>
            </a:pPr>
            <a:r>
              <a:rPr lang="en-IN" sz="1800" kern="0" dirty="0">
                <a:effectLst/>
                <a:latin typeface="Google Sans"/>
                <a:ea typeface="Times New Roman" panose="02020603050405020304" pitchFamily="18" charset="0"/>
                <a:cs typeface="Times New Roman" panose="02020603050405020304" pitchFamily="18" charset="0"/>
              </a:rPr>
              <a:t> </a:t>
            </a:r>
            <a:r>
              <a:rPr lang="en-IN" sz="1800" b="1" kern="0" dirty="0">
                <a:solidFill>
                  <a:srgbClr val="000000"/>
                </a:solidFill>
                <a:effectLst/>
                <a:latin typeface="Google Sans"/>
                <a:ea typeface="Times New Roman" panose="02020603050405020304" pitchFamily="18" charset="0"/>
                <a:cs typeface="Times New Roman" panose="02020603050405020304" pitchFamily="18" charset="0"/>
              </a:rPr>
              <a:t>Engagement &amp; Platform Trends</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723900" marR="0">
              <a:lnSpc>
                <a:spcPct val="107000"/>
              </a:lnSpc>
              <a:spcAft>
                <a:spcPts val="800"/>
              </a:spcAft>
              <a:buNone/>
            </a:pPr>
            <a:r>
              <a:rPr lang="en-IN" sz="1800" b="1" kern="0" dirty="0">
                <a:effectLst/>
                <a:latin typeface="Google Sans"/>
                <a:ea typeface="Times New Roman" panose="02020603050405020304" pitchFamily="18" charset="0"/>
                <a:cs typeface="Times New Roman" panose="02020603050405020304" pitchFamily="18" charset="0"/>
              </a:rPr>
              <a:t> </a:t>
            </a:r>
            <a:r>
              <a:rPr lang="en-IN" sz="1800" b="1" kern="0" dirty="0">
                <a:solidFill>
                  <a:srgbClr val="000000"/>
                </a:solidFill>
                <a:effectLst/>
                <a:latin typeface="Google Sans"/>
                <a:ea typeface="Times New Roman" panose="02020603050405020304" pitchFamily="18" charset="0"/>
                <a:cs typeface="Times New Roman" panose="02020603050405020304" pitchFamily="18" charset="0"/>
              </a:rPr>
              <a:t>Weekly Usage:</a:t>
            </a:r>
            <a:r>
              <a:rPr lang="en-IN" sz="1800" kern="0" dirty="0">
                <a:solidFill>
                  <a:srgbClr val="000000"/>
                </a:solidFill>
                <a:effectLst/>
                <a:latin typeface="Google Sans"/>
                <a:ea typeface="Times New Roman" panose="02020603050405020304" pitchFamily="18" charset="0"/>
                <a:cs typeface="Times New Roman" panose="02020603050405020304" pitchFamily="18" charset="0"/>
              </a:rPr>
              <a:t> On average, people spend </a:t>
            </a:r>
            <a:r>
              <a:rPr lang="en-IN" sz="1800" b="1" kern="0" dirty="0">
                <a:solidFill>
                  <a:srgbClr val="000000"/>
                </a:solidFill>
                <a:effectLst/>
                <a:latin typeface="Google Sans"/>
                <a:ea typeface="Times New Roman" panose="02020603050405020304" pitchFamily="18" charset="0"/>
                <a:cs typeface="Times New Roman" panose="02020603050405020304" pitchFamily="18" charset="0"/>
              </a:rPr>
              <a:t>17.3 hours per week</a:t>
            </a:r>
            <a:r>
              <a:rPr lang="en-IN" sz="1800" kern="0" dirty="0">
                <a:solidFill>
                  <a:srgbClr val="000000"/>
                </a:solidFill>
                <a:effectLst/>
                <a:latin typeface="Google Sans"/>
                <a:ea typeface="Times New Roman" panose="02020603050405020304" pitchFamily="18" charset="0"/>
                <a:cs typeface="Times New Roman" panose="02020603050405020304" pitchFamily="18" charset="0"/>
              </a:rPr>
              <a:t> on entertainment. Engagement is balanced, with 50% of users falling between 11 and 23 hours.</a:t>
            </a:r>
            <a:endParaRPr lang="en-US" kern="1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marL="723900" marR="0">
              <a:lnSpc>
                <a:spcPct val="107000"/>
              </a:lnSpc>
              <a:spcAft>
                <a:spcPts val="800"/>
              </a:spcAft>
              <a:buNone/>
            </a:pPr>
            <a:r>
              <a:rPr lang="en-IN" sz="1800" kern="0" dirty="0">
                <a:effectLst/>
                <a:latin typeface="Google Sans"/>
                <a:ea typeface="Times New Roman" panose="02020603050405020304" pitchFamily="18" charset="0"/>
                <a:cs typeface="Times New Roman" panose="02020603050405020304" pitchFamily="18" charset="0"/>
              </a:rPr>
              <a:t> </a:t>
            </a:r>
            <a:r>
              <a:rPr lang="en-IN" sz="1800" b="1" kern="0" dirty="0">
                <a:solidFill>
                  <a:srgbClr val="000000"/>
                </a:solidFill>
                <a:effectLst/>
                <a:latin typeface="Google Sans"/>
                <a:ea typeface="Times New Roman" panose="02020603050405020304" pitchFamily="18" charset="0"/>
                <a:cs typeface="Times New Roman" panose="02020603050405020304" pitchFamily="18" charset="0"/>
              </a:rPr>
              <a:t>Top Platforms:</a:t>
            </a:r>
            <a:r>
              <a:rPr lang="en-IN" sz="1800" kern="0" dirty="0">
                <a:solidFill>
                  <a:srgbClr val="000000"/>
                </a:solidFill>
                <a:effectLst/>
                <a:latin typeface="Google Sans"/>
                <a:ea typeface="Times New Roman" panose="02020603050405020304" pitchFamily="18" charset="0"/>
                <a:cs typeface="Times New Roman" panose="02020603050405020304" pitchFamily="18" charset="0"/>
              </a:rPr>
              <a:t> </a:t>
            </a:r>
            <a:r>
              <a:rPr lang="en-IN" sz="1800" b="1" kern="0" dirty="0">
                <a:solidFill>
                  <a:srgbClr val="000000"/>
                </a:solidFill>
                <a:effectLst/>
                <a:latin typeface="Google Sans"/>
                <a:ea typeface="Times New Roman" panose="02020603050405020304" pitchFamily="18" charset="0"/>
                <a:cs typeface="Times New Roman" panose="02020603050405020304" pitchFamily="18" charset="0"/>
              </a:rPr>
              <a:t>TV</a:t>
            </a:r>
            <a:r>
              <a:rPr lang="en-IN" sz="1800" kern="0" dirty="0">
                <a:solidFill>
                  <a:srgbClr val="000000"/>
                </a:solidFill>
                <a:effectLst/>
                <a:latin typeface="Google Sans"/>
                <a:ea typeface="Times New Roman" panose="02020603050405020304" pitchFamily="18" charset="0"/>
                <a:cs typeface="Times New Roman" panose="02020603050405020304" pitchFamily="18" charset="0"/>
              </a:rPr>
              <a:t> (135 preferences) remains the most popular platform, followed closely by </a:t>
            </a:r>
            <a:r>
              <a:rPr lang="en-IN" sz="1800" b="1" kern="0" dirty="0">
                <a:solidFill>
                  <a:srgbClr val="000000"/>
                </a:solidFill>
                <a:effectLst/>
                <a:latin typeface="Google Sans"/>
                <a:ea typeface="Times New Roman" panose="02020603050405020304" pitchFamily="18" charset="0"/>
                <a:cs typeface="Times New Roman" panose="02020603050405020304" pitchFamily="18" charset="0"/>
              </a:rPr>
              <a:t>Spotify</a:t>
            </a:r>
            <a:r>
              <a:rPr lang="en-IN" sz="1800" kern="0" dirty="0">
                <a:solidFill>
                  <a:srgbClr val="000000"/>
                </a:solidFill>
                <a:effectLst/>
                <a:latin typeface="Google Sans"/>
                <a:ea typeface="Times New Roman" panose="02020603050405020304" pitchFamily="18" charset="0"/>
                <a:cs typeface="Times New Roman" panose="02020603050405020304" pitchFamily="18" charset="0"/>
              </a:rPr>
              <a:t> (131) and </a:t>
            </a:r>
            <a:r>
              <a:rPr lang="en-IN" sz="1800" b="1" kern="0" dirty="0">
                <a:solidFill>
                  <a:srgbClr val="000000"/>
                </a:solidFill>
                <a:effectLst/>
                <a:latin typeface="Google Sans"/>
                <a:ea typeface="Times New Roman" panose="02020603050405020304" pitchFamily="18" charset="0"/>
                <a:cs typeface="Times New Roman" panose="02020603050405020304" pitchFamily="18" charset="0"/>
              </a:rPr>
              <a:t>YouTube</a:t>
            </a:r>
            <a:r>
              <a:rPr lang="en-IN" sz="1800" kern="0" dirty="0">
                <a:solidFill>
                  <a:srgbClr val="000000"/>
                </a:solidFill>
                <a:effectLst/>
                <a:latin typeface="Google Sans"/>
                <a:ea typeface="Times New Roman" panose="02020603050405020304" pitchFamily="18" charset="0"/>
                <a:cs typeface="Times New Roman" panose="02020603050405020304" pitchFamily="18" charset="0"/>
              </a:rPr>
              <a:t> (128).</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495300" marR="0">
              <a:lnSpc>
                <a:spcPct val="107000"/>
              </a:lnSpc>
              <a:spcAft>
                <a:spcPts val="800"/>
              </a:spcAft>
              <a:buNone/>
            </a:pPr>
            <a:r>
              <a:rPr lang="en-IN" sz="1800" b="1" kern="0" dirty="0">
                <a:solidFill>
                  <a:srgbClr val="000000"/>
                </a:solidFill>
                <a:effectLst/>
                <a:latin typeface="Google Sans"/>
                <a:ea typeface="Times New Roman" panose="02020603050405020304" pitchFamily="18" charset="0"/>
                <a:cs typeface="Times New Roman" panose="02020603050405020304" pitchFamily="18" charset="0"/>
              </a:rPr>
              <a:t>Age Dynamics:</a:t>
            </a:r>
            <a:r>
              <a:rPr lang="en-IN" sz="1800" kern="0" dirty="0">
                <a:solidFill>
                  <a:srgbClr val="000000"/>
                </a:solidFill>
                <a:effectLst/>
                <a:latin typeface="Google Sans"/>
                <a:ea typeface="Times New Roman" panose="02020603050405020304" pitchFamily="18" charset="0"/>
                <a:cs typeface="Times New Roman" panose="02020603050405020304" pitchFamily="18" charset="0"/>
              </a:rPr>
              <a:t> Younger audiences (18–29) lean toward digital consumption like OTT and gaming, while traditional platforms like TV and Theatre regain strength in the 30+ age groups.</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495300" marR="0">
              <a:lnSpc>
                <a:spcPct val="107000"/>
              </a:lnSpc>
              <a:spcAft>
                <a:spcPts val="800"/>
              </a:spcAft>
              <a:buNone/>
            </a:pPr>
            <a:r>
              <a:rPr lang="en-IN" sz="1800" kern="0" dirty="0">
                <a:effectLst/>
                <a:latin typeface="Google Sans"/>
                <a:ea typeface="Times New Roman" panose="02020603050405020304" pitchFamily="18" charset="0"/>
                <a:cs typeface="Times New Roman" panose="02020603050405020304" pitchFamily="18" charset="0"/>
              </a:rPr>
              <a:t> </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495300" marR="0">
              <a:lnSpc>
                <a:spcPct val="107000"/>
              </a:lnSpc>
              <a:spcAft>
                <a:spcPts val="800"/>
              </a:spcAft>
              <a:buNone/>
            </a:pPr>
            <a:r>
              <a:rPr lang="en-IN" sz="1800" kern="0" dirty="0">
                <a:effectLst/>
                <a:latin typeface="Google Sans"/>
                <a:ea typeface="Times New Roman" panose="02020603050405020304" pitchFamily="18" charset="0"/>
                <a:cs typeface="Times New Roman" panose="02020603050405020304" pitchFamily="18" charset="0"/>
              </a:rPr>
              <a:t> </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495300" marR="0">
              <a:lnSpc>
                <a:spcPct val="107000"/>
              </a:lnSpc>
              <a:spcAft>
                <a:spcPts val="800"/>
              </a:spcAft>
              <a:buNone/>
            </a:pPr>
            <a:r>
              <a:rPr lang="en-US" sz="1800" kern="0" dirty="0">
                <a:effectLst/>
                <a:latin typeface="Google Sans"/>
                <a:ea typeface="Times New Roman" panose="02020603050405020304" pitchFamily="18" charset="0"/>
                <a:cs typeface="Times New Roman" panose="02020603050405020304" pitchFamily="18" charset="0"/>
              </a:rPr>
              <a:t> </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56102438-1AF2-55B3-02CF-B6EFF95767D0}"/>
              </a:ext>
            </a:extLst>
          </p:cNvPr>
          <p:cNvSpPr txBox="1"/>
          <p:nvPr/>
        </p:nvSpPr>
        <p:spPr>
          <a:xfrm>
            <a:off x="161187" y="416996"/>
            <a:ext cx="4724400" cy="830997"/>
          </a:xfrm>
          <a:prstGeom prst="rect">
            <a:avLst/>
          </a:prstGeom>
          <a:noFill/>
        </p:spPr>
        <p:txBody>
          <a:bodyPr wrap="square" rtlCol="0">
            <a:spAutoFit/>
          </a:bodyPr>
          <a:lstStyle/>
          <a:p>
            <a:r>
              <a:rPr lang="en-IN" sz="4400" b="1" dirty="0"/>
              <a:t>“</a:t>
            </a:r>
            <a:r>
              <a:rPr lang="en-IN" sz="4800" b="1" i="1" u="sng" dirty="0">
                <a:solidFill>
                  <a:schemeClr val="accent2">
                    <a:lumMod val="50000"/>
                  </a:schemeClr>
                </a:solidFill>
              </a:rPr>
              <a:t>OVERVIEW”</a:t>
            </a:r>
            <a:r>
              <a:rPr lang="en-IN" sz="2000" i="1" u="sng" dirty="0">
                <a:solidFill>
                  <a:schemeClr val="accent2">
                    <a:lumMod val="50000"/>
                  </a:schemeClr>
                </a:solidFill>
              </a:rPr>
              <a:t> </a:t>
            </a:r>
            <a:endParaRPr lang="en-IN" i="1" u="sng" dirty="0">
              <a:solidFill>
                <a:schemeClr val="accent2">
                  <a:lumMod val="50000"/>
                </a:schemeClr>
              </a:solidFill>
            </a:endParaRPr>
          </a:p>
        </p:txBody>
      </p:sp>
    </p:spTree>
    <p:extLst>
      <p:ext uri="{BB962C8B-B14F-4D97-AF65-F5344CB8AC3E}">
        <p14:creationId xmlns:p14="http://schemas.microsoft.com/office/powerpoint/2010/main" val="6536368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38BD3FA-6593-436B-EC43-BBC60D729C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DE8D5E-79E4-8DD3-AC75-BCD4EB5C7E0B}"/>
              </a:ext>
            </a:extLst>
          </p:cNvPr>
          <p:cNvSpPr>
            <a:spLocks noGrp="1"/>
          </p:cNvSpPr>
          <p:nvPr>
            <p:ph type="title"/>
          </p:nvPr>
        </p:nvSpPr>
        <p:spPr>
          <a:xfrm>
            <a:off x="1137037" y="741082"/>
            <a:ext cx="9274512" cy="949606"/>
          </a:xfrm>
        </p:spPr>
        <p:txBody>
          <a:bodyPr>
            <a:normAutofit fontScale="90000"/>
          </a:bodyPr>
          <a:lstStyle/>
          <a:p>
            <a:br>
              <a:rPr lang="en-IN" dirty="0"/>
            </a:br>
            <a:br>
              <a:rPr lang="en-IN" dirty="0"/>
            </a:br>
            <a:br>
              <a:rPr lang="en-IN" dirty="0"/>
            </a:br>
            <a:br>
              <a:rPr lang="en-IN" dirty="0"/>
            </a:br>
            <a:endParaRPr lang="en-IN" dirty="0"/>
          </a:p>
        </p:txBody>
      </p:sp>
      <p:graphicFrame>
        <p:nvGraphicFramePr>
          <p:cNvPr id="4" name="Content Placeholder 3">
            <a:extLst>
              <a:ext uri="{FF2B5EF4-FFF2-40B4-BE49-F238E27FC236}">
                <a16:creationId xmlns:a16="http://schemas.microsoft.com/office/drawing/2014/main" id="{1A247318-219B-0139-3C1B-7D1DBA8361BF}"/>
              </a:ext>
            </a:extLst>
          </p:cNvPr>
          <p:cNvGraphicFramePr>
            <a:graphicFrameLocks noGrp="1"/>
          </p:cNvGraphicFramePr>
          <p:nvPr>
            <p:ph idx="1"/>
            <p:extLst>
              <p:ext uri="{D42A27DB-BD31-4B8C-83A1-F6EECF244321}">
                <p14:modId xmlns:p14="http://schemas.microsoft.com/office/powerpoint/2010/main" val="861536812"/>
              </p:ext>
            </p:extLst>
          </p:nvPr>
        </p:nvGraphicFramePr>
        <p:xfrm>
          <a:off x="2417262" y="3364274"/>
          <a:ext cx="7078077" cy="1533906"/>
        </p:xfrm>
        <a:graphic>
          <a:graphicData uri="http://schemas.openxmlformats.org/drawingml/2006/table">
            <a:tbl>
              <a:tblPr>
                <a:noFill/>
                <a:tableStyleId>{5C22544A-7EE6-4342-B048-85BDC9FD1C3A}</a:tableStyleId>
              </a:tblPr>
              <a:tblGrid>
                <a:gridCol w="7078077">
                  <a:extLst>
                    <a:ext uri="{9D8B030D-6E8A-4147-A177-3AD203B41FA5}">
                      <a16:colId xmlns:a16="http://schemas.microsoft.com/office/drawing/2014/main" val="682125099"/>
                    </a:ext>
                  </a:extLst>
                </a:gridCol>
              </a:tblGrid>
              <a:tr h="1533906">
                <a:tc>
                  <a:txBody>
                    <a:bodyPr/>
                    <a:lstStyle/>
                    <a:p>
                      <a:pPr algn="l" fontAlgn="b">
                        <a:buNone/>
                      </a:pPr>
                      <a:endParaRPr lang="en-US" sz="3300" b="1" i="0" u="none" strike="noStrike" cap="none" spc="0" dirty="0">
                        <a:solidFill>
                          <a:schemeClr val="tx1"/>
                        </a:solidFill>
                        <a:effectLst/>
                        <a:latin typeface="Calibri" panose="020F0502020204030204" pitchFamily="34" charset="0"/>
                      </a:endParaRPr>
                    </a:p>
                  </a:txBody>
                  <a:tcPr marL="176022" marR="20955" marT="50292" marB="377190" anchor="b">
                    <a:lnL w="9525" cap="flat" cmpd="sng" algn="ctr">
                      <a:solidFill>
                        <a:schemeClr val="tx1"/>
                      </a:solidFill>
                      <a:prstDash val="solid"/>
                    </a:lnL>
                    <a:lnR w="12700" cmpd="sng">
                      <a:noFill/>
                      <a:prstDash val="solid"/>
                    </a:lnR>
                    <a:lnT w="9525" cap="flat" cmpd="sng" algn="ctr">
                      <a:noFill/>
                      <a:prstDash val="solid"/>
                    </a:lnT>
                    <a:lnB w="12700" cmpd="sng">
                      <a:noFill/>
                      <a:prstDash val="solid"/>
                    </a:lnB>
                    <a:noFill/>
                  </a:tcPr>
                </a:tc>
                <a:extLst>
                  <a:ext uri="{0D108BD9-81ED-4DB2-BD59-A6C34878D82A}">
                    <a16:rowId xmlns:a16="http://schemas.microsoft.com/office/drawing/2014/main" val="1468113205"/>
                  </a:ext>
                </a:extLst>
              </a:tr>
            </a:tbl>
          </a:graphicData>
        </a:graphic>
      </p:graphicFrame>
      <p:sp>
        <p:nvSpPr>
          <p:cNvPr id="5" name="TextBox 4">
            <a:extLst>
              <a:ext uri="{FF2B5EF4-FFF2-40B4-BE49-F238E27FC236}">
                <a16:creationId xmlns:a16="http://schemas.microsoft.com/office/drawing/2014/main" id="{BA2DB24B-B917-B004-479E-36D201059828}"/>
              </a:ext>
            </a:extLst>
          </p:cNvPr>
          <p:cNvSpPr txBox="1"/>
          <p:nvPr/>
        </p:nvSpPr>
        <p:spPr>
          <a:xfrm>
            <a:off x="305963" y="60994"/>
            <a:ext cx="10105586" cy="5938100"/>
          </a:xfrm>
          <a:prstGeom prst="rect">
            <a:avLst/>
          </a:prstGeom>
          <a:noFill/>
        </p:spPr>
        <p:txBody>
          <a:bodyPr wrap="square">
            <a:spAutoFit/>
          </a:bodyPr>
          <a:lstStyle/>
          <a:p>
            <a:pPr marR="0" lvl="0">
              <a:lnSpc>
                <a:spcPct val="107000"/>
              </a:lnSpc>
              <a:spcAft>
                <a:spcPts val="800"/>
              </a:spcAft>
            </a:pPr>
            <a:r>
              <a:rPr lang="en-IN" sz="1800" b="1" kern="0" dirty="0">
                <a:solidFill>
                  <a:srgbClr val="000000"/>
                </a:solidFill>
                <a:effectLst/>
                <a:latin typeface="Google Sans"/>
                <a:ea typeface="Times New Roman" panose="02020603050405020304" pitchFamily="18" charset="0"/>
                <a:cs typeface="Times New Roman" panose="02020603050405020304" pitchFamily="18" charset="0"/>
              </a:rPr>
              <a:t>Average Spend:</a:t>
            </a:r>
            <a:r>
              <a:rPr lang="en-IN" sz="1800" kern="0" dirty="0">
                <a:solidFill>
                  <a:srgbClr val="000000"/>
                </a:solidFill>
                <a:effectLst/>
                <a:latin typeface="Google Sans"/>
                <a:ea typeface="Times New Roman" panose="02020603050405020304" pitchFamily="18" charset="0"/>
                <a:cs typeface="Times New Roman" panose="02020603050405020304" pitchFamily="18" charset="0"/>
              </a:rPr>
              <a:t> The average monthly expenditure is approximately </a:t>
            </a:r>
            <a:r>
              <a:rPr lang="en-IN" sz="1800" b="1" kern="0" dirty="0">
                <a:solidFill>
                  <a:srgbClr val="000000"/>
                </a:solidFill>
                <a:effectLst/>
                <a:latin typeface="Google Sans"/>
                <a:ea typeface="Times New Roman" panose="02020603050405020304" pitchFamily="18" charset="0"/>
                <a:cs typeface="Times New Roman" panose="02020603050405020304" pitchFamily="18" charset="0"/>
              </a:rPr>
              <a:t>₹1,538 per person</a:t>
            </a:r>
            <a:r>
              <a:rPr lang="en-IN" sz="1800" kern="0" dirty="0">
                <a:solidFill>
                  <a:srgbClr val="000000"/>
                </a:solidFill>
                <a:effectLst/>
                <a:latin typeface="Google Sans"/>
                <a:ea typeface="Times New Roman" panose="02020603050405020304" pitchFamily="18" charset="0"/>
                <a:cs typeface="Times New Roman" panose="02020603050405020304" pitchFamily="18" charset="0"/>
              </a:rPr>
              <a:t>. Total spending across the sample reaches </a:t>
            </a:r>
            <a:r>
              <a:rPr lang="en-IN" sz="1800" b="1" kern="0" dirty="0">
                <a:solidFill>
                  <a:srgbClr val="000000"/>
                </a:solidFill>
                <a:effectLst/>
                <a:latin typeface="Google Sans"/>
                <a:ea typeface="Times New Roman" panose="02020603050405020304" pitchFamily="18" charset="0"/>
                <a:cs typeface="Times New Roman" panose="02020603050405020304" pitchFamily="18" charset="0"/>
              </a:rPr>
              <a:t>₹1,538,385</a:t>
            </a:r>
            <a:r>
              <a:rPr lang="en-IN" sz="1800" kern="0" dirty="0">
                <a:solidFill>
                  <a:srgbClr val="000000"/>
                </a:solidFill>
                <a:effectLst/>
                <a:latin typeface="Google Sans"/>
                <a:ea typeface="Times New Roman" panose="02020603050405020304" pitchFamily="18" charset="0"/>
                <a:cs typeface="Times New Roman" panose="02020603050405020304" pitchFamily="18" charset="0"/>
              </a:rPr>
              <a:t>.</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Aft>
                <a:spcPts val="800"/>
              </a:spcAft>
              <a:buSzPts val="1000"/>
              <a:buFont typeface="Symbol" panose="05050102010706020507" pitchFamily="18" charset="2"/>
              <a:buChar char=""/>
              <a:tabLst>
                <a:tab pos="457200" algn="l"/>
              </a:tabLst>
            </a:pPr>
            <a:r>
              <a:rPr lang="en-IN" sz="1800" b="1" kern="0" dirty="0">
                <a:solidFill>
                  <a:srgbClr val="000000"/>
                </a:solidFill>
                <a:effectLst/>
                <a:latin typeface="Google Sans"/>
                <a:ea typeface="Times New Roman" panose="02020603050405020304" pitchFamily="18" charset="0"/>
                <a:cs typeface="Times New Roman" panose="02020603050405020304" pitchFamily="18" charset="0"/>
              </a:rPr>
              <a:t>Top Genres:</a:t>
            </a:r>
            <a:r>
              <a:rPr lang="en-IN" sz="1800" kern="0" dirty="0">
                <a:solidFill>
                  <a:srgbClr val="000000"/>
                </a:solidFill>
                <a:effectLst/>
                <a:latin typeface="Google Sans"/>
                <a:ea typeface="Times New Roman" panose="02020603050405020304" pitchFamily="18" charset="0"/>
                <a:cs typeface="Times New Roman" panose="02020603050405020304" pitchFamily="18" charset="0"/>
              </a:rPr>
              <a:t> </a:t>
            </a:r>
            <a:r>
              <a:rPr lang="en-IN" sz="1800" b="1" kern="0" dirty="0">
                <a:solidFill>
                  <a:srgbClr val="000000"/>
                </a:solidFill>
                <a:effectLst/>
                <a:latin typeface="Google Sans"/>
                <a:ea typeface="Times New Roman" panose="02020603050405020304" pitchFamily="18" charset="0"/>
                <a:cs typeface="Times New Roman" panose="02020603050405020304" pitchFamily="18" charset="0"/>
              </a:rPr>
              <a:t>Sports</a:t>
            </a:r>
            <a:r>
              <a:rPr lang="en-IN" sz="1800" kern="0" dirty="0">
                <a:solidFill>
                  <a:srgbClr val="000000"/>
                </a:solidFill>
                <a:effectLst/>
                <a:latin typeface="Google Sans"/>
                <a:ea typeface="Times New Roman" panose="02020603050405020304" pitchFamily="18" charset="0"/>
                <a:cs typeface="Times New Roman" panose="02020603050405020304" pitchFamily="18" charset="0"/>
              </a:rPr>
              <a:t> (₹216,381) and </a:t>
            </a:r>
            <a:r>
              <a:rPr lang="en-IN" sz="1800" b="1" kern="0" dirty="0">
                <a:solidFill>
                  <a:srgbClr val="000000"/>
                </a:solidFill>
                <a:effectLst/>
                <a:latin typeface="Google Sans"/>
                <a:ea typeface="Times New Roman" panose="02020603050405020304" pitchFamily="18" charset="0"/>
                <a:cs typeface="Times New Roman" panose="02020603050405020304" pitchFamily="18" charset="0"/>
              </a:rPr>
              <a:t>Drama</a:t>
            </a:r>
            <a:r>
              <a:rPr lang="en-IN" sz="1800" kern="0" dirty="0">
                <a:solidFill>
                  <a:srgbClr val="000000"/>
                </a:solidFill>
                <a:effectLst/>
                <a:latin typeface="Google Sans"/>
                <a:ea typeface="Times New Roman" panose="02020603050405020304" pitchFamily="18" charset="0"/>
                <a:cs typeface="Times New Roman" panose="02020603050405020304" pitchFamily="18" charset="0"/>
              </a:rPr>
              <a:t> (₹216,116) are the highest-grossing genres. </a:t>
            </a:r>
            <a:r>
              <a:rPr lang="en-IN" sz="1800" b="1" kern="0" dirty="0">
                <a:solidFill>
                  <a:srgbClr val="000000"/>
                </a:solidFill>
                <a:effectLst/>
                <a:latin typeface="Google Sans"/>
                <a:ea typeface="Times New Roman" panose="02020603050405020304" pitchFamily="18" charset="0"/>
                <a:cs typeface="Times New Roman" panose="02020603050405020304" pitchFamily="18" charset="0"/>
              </a:rPr>
              <a:t>Pop</a:t>
            </a:r>
            <a:r>
              <a:rPr lang="en-IN" sz="1800" kern="0" dirty="0">
                <a:solidFill>
                  <a:srgbClr val="000000"/>
                </a:solidFill>
                <a:effectLst/>
                <a:latin typeface="Google Sans"/>
                <a:ea typeface="Times New Roman" panose="02020603050405020304" pitchFamily="18" charset="0"/>
                <a:cs typeface="Times New Roman" panose="02020603050405020304" pitchFamily="18" charset="0"/>
              </a:rPr>
              <a:t> content consistently sees the lowest spend across all demographics.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Aft>
                <a:spcPts val="800"/>
              </a:spcAft>
              <a:buSzPts val="1000"/>
              <a:buFont typeface="Symbol" panose="05050102010706020507" pitchFamily="18" charset="2"/>
              <a:buChar char=""/>
              <a:tabLst>
                <a:tab pos="457200" algn="l"/>
              </a:tabLst>
            </a:pPr>
            <a:r>
              <a:rPr lang="en-IN" sz="1800" b="1" kern="0" dirty="0">
                <a:solidFill>
                  <a:srgbClr val="000000"/>
                </a:solidFill>
                <a:effectLst/>
                <a:latin typeface="Google Sans"/>
                <a:ea typeface="Times New Roman" panose="02020603050405020304" pitchFamily="18" charset="0"/>
                <a:cs typeface="Times New Roman" panose="02020603050405020304" pitchFamily="18" charset="0"/>
              </a:rPr>
              <a:t>Regional &amp; Gender Drivers:</a:t>
            </a:r>
            <a:r>
              <a:rPr lang="en-IN" sz="1800" kern="0" dirty="0">
                <a:solidFill>
                  <a:srgbClr val="000000"/>
                </a:solidFill>
                <a:effectLst/>
                <a:latin typeface="Google Sans"/>
                <a:ea typeface="Times New Roman" panose="02020603050405020304" pitchFamily="18" charset="0"/>
                <a:cs typeface="Times New Roman" panose="02020603050405020304" pitchFamily="18" charset="0"/>
              </a:rPr>
              <a:t> </a:t>
            </a:r>
            <a:r>
              <a:rPr lang="en-IN" sz="1800" b="1" kern="0" dirty="0">
                <a:solidFill>
                  <a:srgbClr val="000000"/>
                </a:solidFill>
                <a:effectLst/>
                <a:latin typeface="Google Sans"/>
                <a:ea typeface="Times New Roman" panose="02020603050405020304" pitchFamily="18" charset="0"/>
                <a:cs typeface="Times New Roman" panose="02020603050405020304" pitchFamily="18" charset="0"/>
              </a:rPr>
              <a:t>Urban</a:t>
            </a:r>
            <a:r>
              <a:rPr lang="en-IN" sz="1800" kern="0" dirty="0">
                <a:solidFill>
                  <a:srgbClr val="000000"/>
                </a:solidFill>
                <a:effectLst/>
                <a:latin typeface="Google Sans"/>
                <a:ea typeface="Times New Roman" panose="02020603050405020304" pitchFamily="18" charset="0"/>
                <a:cs typeface="Times New Roman" panose="02020603050405020304" pitchFamily="18" charset="0"/>
              </a:rPr>
              <a:t> areas are the largest revenue contributors (₹533,947). </a:t>
            </a:r>
            <a:r>
              <a:rPr lang="en-IN" sz="1800" b="1" kern="0" dirty="0">
                <a:solidFill>
                  <a:srgbClr val="000000"/>
                </a:solidFill>
                <a:effectLst/>
                <a:latin typeface="Google Sans"/>
                <a:ea typeface="Times New Roman" panose="02020603050405020304" pitchFamily="18" charset="0"/>
                <a:cs typeface="Times New Roman" panose="02020603050405020304" pitchFamily="18" charset="0"/>
              </a:rPr>
              <a:t>Females</a:t>
            </a:r>
            <a:r>
              <a:rPr lang="en-IN" sz="1800" kern="0" dirty="0">
                <a:solidFill>
                  <a:srgbClr val="000000"/>
                </a:solidFill>
                <a:effectLst/>
                <a:latin typeface="Google Sans"/>
                <a:ea typeface="Times New Roman" panose="02020603050405020304" pitchFamily="18" charset="0"/>
                <a:cs typeface="Times New Roman" panose="02020603050405020304" pitchFamily="18" charset="0"/>
              </a:rPr>
              <a:t> lead overall spending, particularly in Drama and Horror, while </a:t>
            </a:r>
            <a:r>
              <a:rPr lang="en-IN" sz="1800" b="1" kern="0" dirty="0">
                <a:solidFill>
                  <a:srgbClr val="000000"/>
                </a:solidFill>
                <a:effectLst/>
                <a:latin typeface="Google Sans"/>
                <a:ea typeface="Times New Roman" panose="02020603050405020304" pitchFamily="18" charset="0"/>
                <a:cs typeface="Times New Roman" panose="02020603050405020304" pitchFamily="18" charset="0"/>
              </a:rPr>
              <a:t>Males</a:t>
            </a:r>
            <a:r>
              <a:rPr lang="en-IN" sz="1800" kern="0" dirty="0">
                <a:solidFill>
                  <a:srgbClr val="000000"/>
                </a:solidFill>
                <a:effectLst/>
                <a:latin typeface="Google Sans"/>
                <a:ea typeface="Times New Roman" panose="02020603050405020304" pitchFamily="18" charset="0"/>
                <a:cs typeface="Times New Roman" panose="02020603050405020304" pitchFamily="18" charset="0"/>
              </a:rPr>
              <a:t> spend most on Sports and Comedy.</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R="0" lvl="0">
              <a:lnSpc>
                <a:spcPct val="107000"/>
              </a:lnSpc>
              <a:spcAft>
                <a:spcPts val="800"/>
              </a:spcAft>
            </a:pPr>
            <a:r>
              <a:rPr lang="en-IN" sz="1800" b="1" kern="0" dirty="0">
                <a:solidFill>
                  <a:srgbClr val="000000"/>
                </a:solidFill>
                <a:effectLst/>
                <a:latin typeface="Google Sans"/>
                <a:ea typeface="Times New Roman" panose="02020603050405020304" pitchFamily="18" charset="0"/>
                <a:cs typeface="Times New Roman" panose="02020603050405020304" pitchFamily="18" charset="0"/>
              </a:rPr>
              <a:t>Satisfaction &amp; Subscription</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indent="-285750">
              <a:lnSpc>
                <a:spcPct val="107000"/>
              </a:lnSpc>
              <a:spcAft>
                <a:spcPts val="800"/>
              </a:spcAft>
              <a:buFont typeface="Arial" panose="020B0604020202020204" pitchFamily="34" charset="0"/>
              <a:buChar char="•"/>
            </a:pPr>
            <a:r>
              <a:rPr lang="en-IN" sz="1800" b="1" kern="0" dirty="0">
                <a:effectLst/>
                <a:latin typeface="Google Sans"/>
                <a:ea typeface="Times New Roman" panose="02020603050405020304" pitchFamily="18" charset="0"/>
                <a:cs typeface="Times New Roman" panose="02020603050405020304" pitchFamily="18" charset="0"/>
              </a:rPr>
              <a:t> </a:t>
            </a:r>
            <a:r>
              <a:rPr lang="en-IN" sz="1800" b="1" kern="0" dirty="0">
                <a:solidFill>
                  <a:srgbClr val="000000"/>
                </a:solidFill>
                <a:effectLst/>
                <a:latin typeface="Google Sans"/>
                <a:ea typeface="Times New Roman" panose="02020603050405020304" pitchFamily="18" charset="0"/>
                <a:cs typeface="Times New Roman" panose="02020603050405020304" pitchFamily="18" charset="0"/>
              </a:rPr>
              <a:t>Subscription Impact:</a:t>
            </a:r>
            <a:r>
              <a:rPr lang="en-IN" sz="1800" kern="0" dirty="0">
                <a:solidFill>
                  <a:srgbClr val="000000"/>
                </a:solidFill>
                <a:effectLst/>
                <a:latin typeface="Google Sans"/>
                <a:ea typeface="Times New Roman" panose="02020603050405020304" pitchFamily="18" charset="0"/>
                <a:cs typeface="Times New Roman" panose="02020603050405020304" pitchFamily="18" charset="0"/>
              </a:rPr>
              <a:t> The user base is almost perfectly split between </a:t>
            </a:r>
            <a:r>
              <a:rPr lang="en-IN" sz="1800" b="1" kern="0" dirty="0">
                <a:solidFill>
                  <a:srgbClr val="000000"/>
                </a:solidFill>
                <a:effectLst/>
                <a:latin typeface="Google Sans"/>
                <a:ea typeface="Times New Roman" panose="02020603050405020304" pitchFamily="18" charset="0"/>
                <a:cs typeface="Times New Roman" panose="02020603050405020304" pitchFamily="18" charset="0"/>
              </a:rPr>
              <a:t>Free (50.2%)</a:t>
            </a:r>
            <a:r>
              <a:rPr lang="en-IN" sz="1800" kern="0" dirty="0">
                <a:solidFill>
                  <a:srgbClr val="000000"/>
                </a:solidFill>
                <a:effectLst/>
                <a:latin typeface="Google Sans"/>
                <a:ea typeface="Times New Roman" panose="02020603050405020304" pitchFamily="18" charset="0"/>
                <a:cs typeface="Times New Roman" panose="02020603050405020304" pitchFamily="18" charset="0"/>
              </a:rPr>
              <a:t> and </a:t>
            </a:r>
            <a:r>
              <a:rPr lang="en-IN" sz="1800" b="1" kern="0" dirty="0">
                <a:solidFill>
                  <a:srgbClr val="000000"/>
                </a:solidFill>
                <a:effectLst/>
                <a:latin typeface="Google Sans"/>
                <a:ea typeface="Times New Roman" panose="02020603050405020304" pitchFamily="18" charset="0"/>
                <a:cs typeface="Times New Roman" panose="02020603050405020304" pitchFamily="18" charset="0"/>
              </a:rPr>
              <a:t>Paid (49.8%)</a:t>
            </a:r>
            <a:r>
              <a:rPr lang="en-IN" sz="1800" kern="0" dirty="0">
                <a:solidFill>
                  <a:srgbClr val="000000"/>
                </a:solidFill>
                <a:effectLst/>
                <a:latin typeface="Google Sans"/>
                <a:ea typeface="Times New Roman" panose="02020603050405020304" pitchFamily="18" charset="0"/>
                <a:cs typeface="Times New Roman" panose="02020603050405020304" pitchFamily="18" charset="0"/>
              </a:rPr>
              <a:t> users.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742950" marR="0" indent="-285750">
              <a:lnSpc>
                <a:spcPct val="107000"/>
              </a:lnSpc>
              <a:spcAft>
                <a:spcPts val="800"/>
              </a:spcAft>
              <a:buFont typeface="Arial" panose="020B0604020202020204" pitchFamily="34" charset="0"/>
              <a:buChar char="•"/>
            </a:pPr>
            <a:r>
              <a:rPr lang="en-IN" sz="1800" b="1" kern="0" dirty="0">
                <a:solidFill>
                  <a:srgbClr val="000000"/>
                </a:solidFill>
                <a:effectLst/>
                <a:latin typeface="Google Sans"/>
                <a:ea typeface="Times New Roman" panose="02020603050405020304" pitchFamily="18" charset="0"/>
                <a:cs typeface="Times New Roman" panose="02020603050405020304" pitchFamily="18" charset="0"/>
              </a:rPr>
              <a:t>Perceived Value:</a:t>
            </a:r>
            <a:r>
              <a:rPr lang="en-IN" sz="1800" kern="0" dirty="0">
                <a:solidFill>
                  <a:srgbClr val="000000"/>
                </a:solidFill>
                <a:effectLst/>
                <a:latin typeface="Google Sans"/>
                <a:ea typeface="Times New Roman" panose="02020603050405020304" pitchFamily="18" charset="0"/>
                <a:cs typeface="Times New Roman" panose="02020603050405020304" pitchFamily="18" charset="0"/>
              </a:rPr>
              <a:t> Paid status does not strongly impact satisfaction; in fact, free users appear marginally more satisfied, likely due to having lower expectations than paid subscribers.</a:t>
            </a:r>
            <a:r>
              <a:rPr lang="en-IN" b="1" kern="0" dirty="0">
                <a:solidFill>
                  <a:srgbClr val="000000"/>
                </a:solidFill>
                <a:latin typeface="Google Sans"/>
                <a:ea typeface="Times New Roman" panose="02020603050405020304" pitchFamily="18" charset="0"/>
                <a:cs typeface="Times New Roman" panose="02020603050405020304" pitchFamily="18" charset="0"/>
              </a:rPr>
              <a:t> Respondent Profile</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742950" marR="0" indent="-285750">
              <a:lnSpc>
                <a:spcPct val="107000"/>
              </a:lnSpc>
              <a:spcAft>
                <a:spcPts val="800"/>
              </a:spcAft>
              <a:buFont typeface="Arial" panose="020B0604020202020204" pitchFamily="34" charset="0"/>
              <a:buChar char="•"/>
            </a:pPr>
            <a:r>
              <a:rPr lang="en-IN" b="1" kern="0" dirty="0">
                <a:solidFill>
                  <a:srgbClr val="000000"/>
                </a:solidFill>
                <a:latin typeface="Google Sans"/>
                <a:ea typeface="Times New Roman" panose="02020603050405020304" pitchFamily="18" charset="0"/>
                <a:cs typeface="Times New Roman" panose="02020603050405020304" pitchFamily="18" charset="0"/>
              </a:rPr>
              <a:t>Education:</a:t>
            </a:r>
            <a:r>
              <a:rPr lang="en-IN" kern="0" dirty="0">
                <a:solidFill>
                  <a:srgbClr val="000000"/>
                </a:solidFill>
                <a:latin typeface="Google Sans"/>
                <a:ea typeface="Times New Roman" panose="02020603050405020304" pitchFamily="18" charset="0"/>
                <a:cs typeface="Times New Roman" panose="02020603050405020304" pitchFamily="18" charset="0"/>
              </a:rPr>
              <a:t> Respondents are evenly distributed among those with </a:t>
            </a:r>
            <a:r>
              <a:rPr lang="en-IN" b="1" kern="0" dirty="0">
                <a:solidFill>
                  <a:srgbClr val="000000"/>
                </a:solidFill>
                <a:latin typeface="Google Sans"/>
                <a:ea typeface="Times New Roman" panose="02020603050405020304" pitchFamily="18" charset="0"/>
                <a:cs typeface="Times New Roman" panose="02020603050405020304" pitchFamily="18" charset="0"/>
              </a:rPr>
              <a:t>School-level</a:t>
            </a:r>
            <a:r>
              <a:rPr lang="en-IN" kern="0" dirty="0">
                <a:solidFill>
                  <a:srgbClr val="000000"/>
                </a:solidFill>
                <a:latin typeface="Google Sans"/>
                <a:ea typeface="Times New Roman" panose="02020603050405020304" pitchFamily="18" charset="0"/>
                <a:cs typeface="Times New Roman" panose="02020603050405020304" pitchFamily="18" charset="0"/>
              </a:rPr>
              <a:t> education (35.4%), </a:t>
            </a:r>
            <a:r>
              <a:rPr lang="en-IN" b="1" kern="0" dirty="0">
                <a:solidFill>
                  <a:srgbClr val="000000"/>
                </a:solidFill>
                <a:latin typeface="Google Sans"/>
                <a:ea typeface="Times New Roman" panose="02020603050405020304" pitchFamily="18" charset="0"/>
                <a:cs typeface="Times New Roman" panose="02020603050405020304" pitchFamily="18" charset="0"/>
              </a:rPr>
              <a:t>Post-Graduates</a:t>
            </a:r>
            <a:r>
              <a:rPr lang="en-IN" kern="0" dirty="0">
                <a:solidFill>
                  <a:srgbClr val="000000"/>
                </a:solidFill>
                <a:latin typeface="Google Sans"/>
                <a:ea typeface="Times New Roman" panose="02020603050405020304" pitchFamily="18" charset="0"/>
                <a:cs typeface="Times New Roman" panose="02020603050405020304" pitchFamily="18" charset="0"/>
              </a:rPr>
              <a:t> (33.5%), and </a:t>
            </a:r>
            <a:r>
              <a:rPr lang="en-IN" b="1" kern="0" dirty="0">
                <a:solidFill>
                  <a:srgbClr val="000000"/>
                </a:solidFill>
                <a:latin typeface="Google Sans"/>
                <a:ea typeface="Times New Roman" panose="02020603050405020304" pitchFamily="18" charset="0"/>
                <a:cs typeface="Times New Roman" panose="02020603050405020304" pitchFamily="18" charset="0"/>
              </a:rPr>
              <a:t>Undergraduates</a:t>
            </a:r>
            <a:r>
              <a:rPr lang="en-IN" kern="0" dirty="0">
                <a:solidFill>
                  <a:srgbClr val="000000"/>
                </a:solidFill>
                <a:latin typeface="Google Sans"/>
                <a:ea typeface="Times New Roman" panose="02020603050405020304" pitchFamily="18" charset="0"/>
                <a:cs typeface="Times New Roman" panose="02020603050405020304" pitchFamily="18" charset="0"/>
              </a:rPr>
              <a:t> (31.1%).</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Aft>
                <a:spcPts val="800"/>
              </a:spcAft>
              <a:buSzPts val="1000"/>
              <a:buFont typeface="Symbol" panose="05050102010706020507" pitchFamily="18" charset="2"/>
              <a:buChar char=""/>
              <a:tabLst>
                <a:tab pos="457200" algn="l"/>
              </a:tabLst>
            </a:pP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07000"/>
              </a:lnSpc>
              <a:spcAft>
                <a:spcPts val="800"/>
              </a:spcAft>
              <a:buNone/>
            </a:pPr>
            <a:r>
              <a:rPr lang="en-IN" sz="1800" kern="0" dirty="0">
                <a:effectLst/>
                <a:latin typeface="Google Sans"/>
                <a:ea typeface="Times New Roman" panose="02020603050405020304" pitchFamily="18" charset="0"/>
                <a:cs typeface="Times New Roman" panose="02020603050405020304" pitchFamily="18" charset="0"/>
              </a:rPr>
              <a:t> </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5729045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677120B-0481-E4F5-7262-1F3C0FA6111D}"/>
              </a:ext>
            </a:extLst>
          </p:cNvPr>
          <p:cNvSpPr>
            <a:spLocks noGrp="1"/>
          </p:cNvSpPr>
          <p:nvPr>
            <p:ph type="title"/>
          </p:nvPr>
        </p:nvSpPr>
        <p:spPr>
          <a:xfrm>
            <a:off x="3762634" y="2415746"/>
            <a:ext cx="10396882" cy="1151965"/>
          </a:xfrm>
        </p:spPr>
        <p:txBody>
          <a:bodyPr/>
          <a:lstStyle/>
          <a:p>
            <a:r>
              <a:rPr lang="en-US" dirty="0"/>
              <a:t>Thank you</a:t>
            </a:r>
          </a:p>
        </p:txBody>
      </p:sp>
    </p:spTree>
    <p:extLst>
      <p:ext uri="{BB962C8B-B14F-4D97-AF65-F5344CB8AC3E}">
        <p14:creationId xmlns:p14="http://schemas.microsoft.com/office/powerpoint/2010/main" val="3106074135"/>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_rels/theme4.xml.rels><?xml version="1.0" encoding="UTF-8" standalone="yes"?>
<Relationships xmlns="http://schemas.openxmlformats.org/package/2006/relationships"><Relationship Id="rId1" Type="http://schemas.openxmlformats.org/officeDocument/2006/relationships/image" Target="../media/image4.jpeg"/></Relationships>
</file>

<file path=ppt/theme/_rels/them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_rels/theme8.xml.rels><?xml version="1.0" encoding="UTF-8" standalone="yes"?>
<Relationships xmlns="http://schemas.openxmlformats.org/package/2006/relationships"><Relationship Id="rId1" Type="http://schemas.openxmlformats.org/officeDocument/2006/relationships/image" Target="../media/image6.jpeg"/></Relationships>
</file>

<file path=ppt/theme/_rels/them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_rels/theme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ain Event">
  <a:themeElements>
    <a:clrScheme name="Main Event">
      <a:dk1>
        <a:sysClr val="windowText" lastClr="000000"/>
      </a:dk1>
      <a:lt1>
        <a:sysClr val="window" lastClr="FFFFFF"/>
      </a:lt1>
      <a:dk2>
        <a:srgbClr val="424242"/>
      </a:dk2>
      <a:lt2>
        <a:srgbClr val="C8C8C8"/>
      </a:lt2>
      <a:accent1>
        <a:srgbClr val="B80E0F"/>
      </a:accent1>
      <a:accent2>
        <a:srgbClr val="A6987D"/>
      </a:accent2>
      <a:accent3>
        <a:srgbClr val="7F9A71"/>
      </a:accent3>
      <a:accent4>
        <a:srgbClr val="64969F"/>
      </a:accent4>
      <a:accent5>
        <a:srgbClr val="9B75B2"/>
      </a:accent5>
      <a:accent6>
        <a:srgbClr val="80737A"/>
      </a:accent6>
      <a:hlink>
        <a:srgbClr val="F21213"/>
      </a:hlink>
      <a:folHlink>
        <a:srgbClr val="B6A394"/>
      </a:folHlink>
    </a:clrScheme>
    <a:fontScheme name="Main Event">
      <a:majorFont>
        <a:latin typeface="Impact" panose="020B080603090205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mpact" panose="020B080603090205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in Event">
      <a:fillStyleLst>
        <a:solidFill>
          <a:schemeClr val="phClr"/>
        </a:solidFill>
        <a:solidFill>
          <a:schemeClr val="phClr">
            <a:tint val="69000"/>
            <a:satMod val="105000"/>
            <a:lumMod val="110000"/>
          </a:schemeClr>
        </a:solidFill>
        <a:blipFill>
          <a:blip xmlns:r="http://schemas.openxmlformats.org/officeDocument/2006/relationships" r:embed="rId1">
            <a:duotone>
              <a:schemeClr val="phClr">
                <a:shade val="88000"/>
                <a:lumMod val="88000"/>
              </a:schemeClr>
              <a:schemeClr val="phClr"/>
            </a:duotone>
          </a:blip>
          <a:tile tx="0" ty="0" sx="100000" sy="100000" flip="none" algn="tl"/>
        </a:blipFill>
      </a:fillStyleLst>
      <a:lnStyleLst>
        <a:ln w="9525" cap="flat" cmpd="sng" algn="ctr">
          <a:solidFill>
            <a:schemeClr val="phClr">
              <a:shade val="60000"/>
            </a:scheme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25400" dist="127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88000"/>
              </a:schemeClr>
            </a:gs>
          </a:gsLst>
          <a:lin ang="5400000" scaled="0"/>
        </a:gradFill>
        <a:blipFill>
          <a:blip xmlns:r="http://schemas.openxmlformats.org/officeDocument/2006/relationships" r:embed="rId2">
            <a:duotone>
              <a:schemeClr val="phClr">
                <a:shade val="48000"/>
                <a:satMod val="110000"/>
                <a:lumMod val="40000"/>
              </a:schemeClr>
              <a:schemeClr val="phClr">
                <a:tint val="90000"/>
                <a:lumMod val="106000"/>
              </a:schemeClr>
            </a:duotone>
          </a:blip>
          <a:stretch/>
        </a:blipFill>
      </a:bgFillStyleLst>
    </a:fmtScheme>
  </a:themeElements>
  <a:objectDefaults/>
  <a:extraClrSchemeLst/>
  <a:extLst>
    <a:ext uri="{05A4C25C-085E-4340-85A3-A5531E510DB2}">
      <thm15:themeFamily xmlns:thm15="http://schemas.microsoft.com/office/thememl/2012/main" name="Main Event" id="{AC372BB4-D83D-411E-B849-B641926BA760}" vid="{F1EFBDE3-1A95-4E3D-81AD-1F53D65BEA01}"/>
    </a:ext>
  </a:extLst>
</a:theme>
</file>

<file path=ppt/theme/theme2.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3.xml><?xml version="1.0" encoding="utf-8"?>
<a:theme xmlns:a="http://schemas.openxmlformats.org/drawingml/2006/main" name="2_Facet">
  <a:themeElements>
    <a:clrScheme name="Facet">
      <a:dk1>
        <a:sysClr val="windowText" lastClr="000000"/>
      </a:dk1>
      <a:lt1>
        <a:sysClr val="window" lastClr="FFFFFF"/>
      </a:lt1>
      <a:dk2>
        <a:srgbClr val="2C3C43"/>
      </a:dk2>
      <a:lt2>
        <a:srgbClr val="EBEBEB"/>
      </a:lt2>
      <a:accent1>
        <a:srgbClr val="F496CB"/>
      </a:accent1>
      <a:accent2>
        <a:srgbClr val="BC356F"/>
      </a:accent2>
      <a:accent3>
        <a:srgbClr val="E65331"/>
      </a:accent3>
      <a:accent4>
        <a:srgbClr val="F27E19"/>
      </a:accent4>
      <a:accent5>
        <a:srgbClr val="F2AC19"/>
      </a:accent5>
      <a:accent6>
        <a:srgbClr val="BC80E0"/>
      </a:accent6>
      <a:hlink>
        <a:srgbClr val="EF5285"/>
      </a:hlink>
      <a:folHlink>
        <a:srgbClr val="F77F90"/>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23659B44-6E34-4CE8-8F0D-387DA7996826}"/>
    </a:ext>
  </a:extLst>
</a:theme>
</file>

<file path=ppt/theme/theme4.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5.xml><?xml version="1.0" encoding="utf-8"?>
<a:theme xmlns:a="http://schemas.openxmlformats.org/drawingml/2006/main" name="Gallery">
  <a:themeElements>
    <a:clrScheme name="Gallery">
      <a:dk1>
        <a:sysClr val="windowText" lastClr="000000"/>
      </a:dk1>
      <a:lt1>
        <a:sysClr val="window" lastClr="FFFFFF"/>
      </a:lt1>
      <a:dk2>
        <a:srgbClr val="454545"/>
      </a:dk2>
      <a:lt2>
        <a:srgbClr val="EDEBE7"/>
      </a:lt2>
      <a:accent1>
        <a:srgbClr val="5FA534"/>
      </a:accent1>
      <a:accent2>
        <a:srgbClr val="DCAB34"/>
      </a:accent2>
      <a:accent3>
        <a:srgbClr val="D26D23"/>
      </a:accent3>
      <a:accent4>
        <a:srgbClr val="972323"/>
      </a:accent4>
      <a:accent5>
        <a:srgbClr val="236797"/>
      </a:accent5>
      <a:accent6>
        <a:srgbClr val="2FB6C6"/>
      </a:accent6>
      <a:hlink>
        <a:srgbClr val="8FC639"/>
      </a:hlink>
      <a:folHlink>
        <a:srgbClr val="E7C272"/>
      </a:folHlink>
    </a:clrScheme>
    <a:fontScheme name="Gallery">
      <a:majorFont>
        <a:latin typeface="Palatino Linotype" panose="020405020505050303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alatino Linotype" panose="020405020505050303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AC464412-510E-4F2B-8947-A0DDBD028997}"/>
    </a:ext>
  </a:extLst>
</a:theme>
</file>

<file path=ppt/theme/theme6.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7.xml><?xml version="1.0" encoding="utf-8"?>
<a:theme xmlns:a="http://schemas.openxmlformats.org/drawingml/2006/main" name="1_Main Event">
  <a:themeElements>
    <a:clrScheme name="Main Event">
      <a:dk1>
        <a:sysClr val="windowText" lastClr="000000"/>
      </a:dk1>
      <a:lt1>
        <a:sysClr val="window" lastClr="FFFFFF"/>
      </a:lt1>
      <a:dk2>
        <a:srgbClr val="424242"/>
      </a:dk2>
      <a:lt2>
        <a:srgbClr val="C8C8C8"/>
      </a:lt2>
      <a:accent1>
        <a:srgbClr val="B80E0F"/>
      </a:accent1>
      <a:accent2>
        <a:srgbClr val="A6987D"/>
      </a:accent2>
      <a:accent3>
        <a:srgbClr val="7F9A71"/>
      </a:accent3>
      <a:accent4>
        <a:srgbClr val="64969F"/>
      </a:accent4>
      <a:accent5>
        <a:srgbClr val="9B75B2"/>
      </a:accent5>
      <a:accent6>
        <a:srgbClr val="80737A"/>
      </a:accent6>
      <a:hlink>
        <a:srgbClr val="F21213"/>
      </a:hlink>
      <a:folHlink>
        <a:srgbClr val="B6A394"/>
      </a:folHlink>
    </a:clrScheme>
    <a:fontScheme name="Main Event">
      <a:majorFont>
        <a:latin typeface="Impact" panose="020B080603090205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mpact" panose="020B080603090205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in Event">
      <a:fillStyleLst>
        <a:solidFill>
          <a:schemeClr val="phClr"/>
        </a:solidFill>
        <a:solidFill>
          <a:schemeClr val="phClr">
            <a:tint val="69000"/>
            <a:satMod val="105000"/>
            <a:lumMod val="110000"/>
          </a:schemeClr>
        </a:solidFill>
        <a:blipFill>
          <a:blip xmlns:r="http://schemas.openxmlformats.org/officeDocument/2006/relationships" r:embed="rId1">
            <a:duotone>
              <a:schemeClr val="phClr">
                <a:shade val="88000"/>
                <a:lumMod val="88000"/>
              </a:schemeClr>
              <a:schemeClr val="phClr"/>
            </a:duotone>
          </a:blip>
          <a:tile tx="0" ty="0" sx="100000" sy="100000" flip="none" algn="tl"/>
        </a:blipFill>
      </a:fillStyleLst>
      <a:lnStyleLst>
        <a:ln w="9525" cap="flat" cmpd="sng" algn="ctr">
          <a:solidFill>
            <a:schemeClr val="phClr">
              <a:shade val="60000"/>
            </a:scheme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25400" dist="127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88000"/>
              </a:schemeClr>
            </a:gs>
          </a:gsLst>
          <a:lin ang="5400000" scaled="0"/>
        </a:gradFill>
        <a:blipFill>
          <a:blip xmlns:r="http://schemas.openxmlformats.org/officeDocument/2006/relationships" r:embed="rId2">
            <a:duotone>
              <a:schemeClr val="phClr">
                <a:shade val="48000"/>
                <a:satMod val="110000"/>
                <a:lumMod val="40000"/>
              </a:schemeClr>
              <a:schemeClr val="phClr">
                <a:tint val="90000"/>
                <a:lumMod val="106000"/>
              </a:schemeClr>
            </a:duotone>
          </a:blip>
          <a:stretch/>
        </a:blipFill>
      </a:bgFillStyleLst>
    </a:fmtScheme>
  </a:themeElements>
  <a:objectDefaults/>
  <a:extraClrSchemeLst/>
  <a:extLst>
    <a:ext uri="{05A4C25C-085E-4340-85A3-A5531E510DB2}">
      <thm15:themeFamily xmlns:thm15="http://schemas.microsoft.com/office/thememl/2012/main" name="Main Event" id="{AC372BB4-D83D-411E-B849-B641926BA760}" vid="{F1EFBDE3-1A95-4E3D-81AD-1F53D65BEA01}"/>
    </a:ext>
  </a:extLst>
</a:theme>
</file>

<file path=ppt/theme/theme8.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9.xml><?xml version="1.0" encoding="utf-8"?>
<a:theme xmlns:a="http://schemas.openxmlformats.org/drawingml/2006/main" name="1_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10.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11.xml><?xml version="1.0" encoding="utf-8"?>
<a:theme xmlns:a="http://schemas.openxmlformats.org/drawingml/2006/main" name="2_Main Event">
  <a:themeElements>
    <a:clrScheme name="Main Event">
      <a:dk1>
        <a:sysClr val="windowText" lastClr="000000"/>
      </a:dk1>
      <a:lt1>
        <a:sysClr val="window" lastClr="FFFFFF"/>
      </a:lt1>
      <a:dk2>
        <a:srgbClr val="424242"/>
      </a:dk2>
      <a:lt2>
        <a:srgbClr val="C8C8C8"/>
      </a:lt2>
      <a:accent1>
        <a:srgbClr val="B80E0F"/>
      </a:accent1>
      <a:accent2>
        <a:srgbClr val="A6987D"/>
      </a:accent2>
      <a:accent3>
        <a:srgbClr val="7F9A71"/>
      </a:accent3>
      <a:accent4>
        <a:srgbClr val="64969F"/>
      </a:accent4>
      <a:accent5>
        <a:srgbClr val="9B75B2"/>
      </a:accent5>
      <a:accent6>
        <a:srgbClr val="80737A"/>
      </a:accent6>
      <a:hlink>
        <a:srgbClr val="F21213"/>
      </a:hlink>
      <a:folHlink>
        <a:srgbClr val="B6A394"/>
      </a:folHlink>
    </a:clrScheme>
    <a:fontScheme name="Main Event">
      <a:majorFont>
        <a:latin typeface="Impact" panose="020B080603090205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mpact" panose="020B080603090205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in Event">
      <a:fillStyleLst>
        <a:solidFill>
          <a:schemeClr val="phClr"/>
        </a:solidFill>
        <a:solidFill>
          <a:schemeClr val="phClr">
            <a:tint val="69000"/>
            <a:satMod val="105000"/>
            <a:lumMod val="110000"/>
          </a:schemeClr>
        </a:solidFill>
        <a:blipFill>
          <a:blip xmlns:r="http://schemas.openxmlformats.org/officeDocument/2006/relationships" r:embed="rId1">
            <a:duotone>
              <a:schemeClr val="phClr">
                <a:shade val="88000"/>
                <a:lumMod val="88000"/>
              </a:schemeClr>
              <a:schemeClr val="phClr"/>
            </a:duotone>
          </a:blip>
          <a:tile tx="0" ty="0" sx="100000" sy="100000" flip="none" algn="tl"/>
        </a:blipFill>
      </a:fillStyleLst>
      <a:lnStyleLst>
        <a:ln w="9525" cap="flat" cmpd="sng" algn="ctr">
          <a:solidFill>
            <a:schemeClr val="phClr">
              <a:shade val="60000"/>
            </a:scheme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25400" dist="127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88000"/>
              </a:schemeClr>
            </a:gs>
          </a:gsLst>
          <a:lin ang="5400000" scaled="0"/>
        </a:gradFill>
        <a:blipFill>
          <a:blip xmlns:r="http://schemas.openxmlformats.org/officeDocument/2006/relationships" r:embed="rId2">
            <a:duotone>
              <a:schemeClr val="phClr">
                <a:shade val="48000"/>
                <a:satMod val="110000"/>
                <a:lumMod val="40000"/>
              </a:schemeClr>
              <a:schemeClr val="phClr">
                <a:tint val="90000"/>
                <a:lumMod val="106000"/>
              </a:schemeClr>
            </a:duotone>
          </a:blip>
          <a:stretch/>
        </a:blipFill>
      </a:bgFillStyleLst>
    </a:fmtScheme>
  </a:themeElements>
  <a:objectDefaults/>
  <a:extraClrSchemeLst/>
  <a:extLst>
    <a:ext uri="{05A4C25C-085E-4340-85A3-A5531E510DB2}">
      <thm15:themeFamily xmlns:thm15="http://schemas.microsoft.com/office/thememl/2012/main" name="Main Event" id="{AC372BB4-D83D-411E-B849-B641926BA760}" vid="{F1EFBDE3-1A95-4E3D-81AD-1F53D65BEA01}"/>
    </a:ext>
  </a:extLst>
</a:theme>
</file>

<file path=ppt/theme/theme12.xml><?xml version="1.0" encoding="utf-8"?>
<a:theme xmlns:a="http://schemas.openxmlformats.org/drawingml/2006/main" name="1_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13.xml><?xml version="1.0" encoding="utf-8"?>
<a:theme xmlns:a="http://schemas.openxmlformats.org/drawingml/2006/main" name="3_Main Event">
  <a:themeElements>
    <a:clrScheme name="Main Event">
      <a:dk1>
        <a:sysClr val="windowText" lastClr="000000"/>
      </a:dk1>
      <a:lt1>
        <a:sysClr val="window" lastClr="FFFFFF"/>
      </a:lt1>
      <a:dk2>
        <a:srgbClr val="424242"/>
      </a:dk2>
      <a:lt2>
        <a:srgbClr val="C8C8C8"/>
      </a:lt2>
      <a:accent1>
        <a:srgbClr val="B80E0F"/>
      </a:accent1>
      <a:accent2>
        <a:srgbClr val="A6987D"/>
      </a:accent2>
      <a:accent3>
        <a:srgbClr val="7F9A71"/>
      </a:accent3>
      <a:accent4>
        <a:srgbClr val="64969F"/>
      </a:accent4>
      <a:accent5>
        <a:srgbClr val="9B75B2"/>
      </a:accent5>
      <a:accent6>
        <a:srgbClr val="80737A"/>
      </a:accent6>
      <a:hlink>
        <a:srgbClr val="F21213"/>
      </a:hlink>
      <a:folHlink>
        <a:srgbClr val="B6A394"/>
      </a:folHlink>
    </a:clrScheme>
    <a:fontScheme name="Main Event">
      <a:majorFont>
        <a:latin typeface="Impact" panose="020B080603090205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mpact" panose="020B080603090205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in Event">
      <a:fillStyleLst>
        <a:solidFill>
          <a:schemeClr val="phClr"/>
        </a:solidFill>
        <a:solidFill>
          <a:schemeClr val="phClr">
            <a:tint val="69000"/>
            <a:satMod val="105000"/>
            <a:lumMod val="110000"/>
          </a:schemeClr>
        </a:solidFill>
        <a:blipFill>
          <a:blip xmlns:r="http://schemas.openxmlformats.org/officeDocument/2006/relationships" r:embed="rId1">
            <a:duotone>
              <a:schemeClr val="phClr">
                <a:shade val="88000"/>
                <a:lumMod val="88000"/>
              </a:schemeClr>
              <a:schemeClr val="phClr"/>
            </a:duotone>
          </a:blip>
          <a:tile tx="0" ty="0" sx="100000" sy="100000" flip="none" algn="tl"/>
        </a:blipFill>
      </a:fillStyleLst>
      <a:lnStyleLst>
        <a:ln w="9525" cap="flat" cmpd="sng" algn="ctr">
          <a:solidFill>
            <a:schemeClr val="phClr">
              <a:shade val="60000"/>
            </a:scheme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25400" dist="127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88000"/>
              </a:schemeClr>
            </a:gs>
          </a:gsLst>
          <a:lin ang="5400000" scaled="0"/>
        </a:gradFill>
        <a:blipFill>
          <a:blip xmlns:r="http://schemas.openxmlformats.org/officeDocument/2006/relationships" r:embed="rId2">
            <a:duotone>
              <a:schemeClr val="phClr">
                <a:shade val="48000"/>
                <a:satMod val="110000"/>
                <a:lumMod val="40000"/>
              </a:schemeClr>
              <a:schemeClr val="phClr">
                <a:tint val="90000"/>
                <a:lumMod val="106000"/>
              </a:schemeClr>
            </a:duotone>
          </a:blip>
          <a:stretch/>
        </a:blipFill>
      </a:bgFillStyleLst>
    </a:fmtScheme>
  </a:themeElements>
  <a:objectDefaults/>
  <a:extraClrSchemeLst/>
  <a:extLst>
    <a:ext uri="{05A4C25C-085E-4340-85A3-A5531E510DB2}">
      <thm15:themeFamily xmlns:thm15="http://schemas.microsoft.com/office/thememl/2012/main" name="Main Event" id="{AC372BB4-D83D-411E-B849-B641926BA760}" vid="{F1EFBDE3-1A95-4E3D-81AD-1F53D65BEA01}"/>
    </a:ext>
  </a:extLst>
</a:theme>
</file>

<file path=ppt/theme/theme1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518D89F35703E429031AC06B06236D5" ma:contentTypeVersion="12" ma:contentTypeDescription="Create a new document." ma:contentTypeScope="" ma:versionID="c942fa0e6d5714ae4068b02f505b7d83">
  <xsd:schema xmlns:xsd="http://www.w3.org/2001/XMLSchema" xmlns:xs="http://www.w3.org/2001/XMLSchema" xmlns:p="http://schemas.microsoft.com/office/2006/metadata/properties" xmlns:ns3="821b6aa9-65a8-4c36-8950-0a03b38db477" targetNamespace="http://schemas.microsoft.com/office/2006/metadata/properties" ma:root="true" ma:fieldsID="76e609a293dc830e789a9cfc656718ba" ns3:_="">
    <xsd:import namespace="821b6aa9-65a8-4c36-8950-0a03b38db477"/>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MediaServiceSystemTags" minOccurs="0"/>
                <xsd:element ref="ns3:MediaServiceOCR" minOccurs="0"/>
                <xsd:element ref="ns3:MediaServiceGenerationTime" minOccurs="0"/>
                <xsd:element ref="ns3:MediaServiceEventHashCode" minOccurs="0"/>
                <xsd:element ref="ns3:_activity" minOccurs="0"/>
                <xsd:element ref="ns3:MediaLengthInSeconds"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21b6aa9-65a8-4c36-8950-0a03b38db477"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_activity" ma:index="17" nillable="true" ma:displayName="_activity" ma:hidden="true" ma:internalName="_activity">
      <xsd:simpleType>
        <xsd:restriction base="dms:Note"/>
      </xsd:simpleType>
    </xsd:element>
    <xsd:element name="MediaLengthInSeconds" ma:index="18" nillable="true" ma:displayName="MediaLengthInSeconds" ma:hidden="true" ma:internalName="MediaLengthInSeconds" ma:readOnly="true">
      <xsd:simpleType>
        <xsd:restriction base="dms:Unknown"/>
      </xsd:simpleType>
    </xsd:element>
    <xsd:element name="MediaServiceLocation" ma:index="19" nillable="true" ma:displayName="Location" ma:indexed="true"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821b6aa9-65a8-4c36-8950-0a03b38db477" xsi:nil="true"/>
  </documentManagement>
</p:properties>
</file>

<file path=customXml/itemProps1.xml><?xml version="1.0" encoding="utf-8"?>
<ds:datastoreItem xmlns:ds="http://schemas.openxmlformats.org/officeDocument/2006/customXml" ds:itemID="{CEE667D6-9040-450F-AA1A-3DE1E09BBB1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21b6aa9-65a8-4c36-8950-0a03b38db47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0ABD6BF-E232-44E2-983E-73F23FDB230B}">
  <ds:schemaRefs>
    <ds:schemaRef ds:uri="http://schemas.microsoft.com/sharepoint/v3/contenttype/forms"/>
  </ds:schemaRefs>
</ds:datastoreItem>
</file>

<file path=customXml/itemProps3.xml><?xml version="1.0" encoding="utf-8"?>
<ds:datastoreItem xmlns:ds="http://schemas.openxmlformats.org/officeDocument/2006/customXml" ds:itemID="{F078ED65-60AB-4775-B9AB-1F31F38EB0CD}">
  <ds:schemaRefs>
    <ds:schemaRef ds:uri="http://purl.org/dc/dcmitype/"/>
    <ds:schemaRef ds:uri="http://schemas.microsoft.com/office/2006/documentManagement/types"/>
    <ds:schemaRef ds:uri="http://schemas.openxmlformats.org/package/2006/metadata/core-properties"/>
    <ds:schemaRef ds:uri="821b6aa9-65a8-4c36-8950-0a03b38db477"/>
    <ds:schemaRef ds:uri="http://www.w3.org/XML/1998/namespace"/>
    <ds:schemaRef ds:uri="http://purl.org/dc/elements/1.1/"/>
    <ds:schemaRef ds:uri="http://schemas.microsoft.com/office/2006/metadata/properties"/>
    <ds:schemaRef ds:uri="http://schemas.microsoft.com/office/infopath/2007/PartnerControls"/>
    <ds:schemaRef ds:uri="http://purl.org/dc/terms/"/>
  </ds:schemaRefs>
</ds:datastoreItem>
</file>

<file path=docProps/app.xml><?xml version="1.0" encoding="utf-8"?>
<Properties xmlns="http://schemas.openxmlformats.org/officeDocument/2006/extended-properties" xmlns:vt="http://schemas.openxmlformats.org/officeDocument/2006/docPropsVTypes">
  <Template>Facet</Template>
  <TotalTime>6368</TotalTime>
  <Words>1423</Words>
  <Application>Microsoft Office PowerPoint</Application>
  <PresentationFormat>Widescreen</PresentationFormat>
  <Paragraphs>170</Paragraphs>
  <Slides>19</Slides>
  <Notes>1</Notes>
  <HiddenSlides>0</HiddenSlides>
  <MMClips>0</MMClips>
  <ScaleCrop>false</ScaleCrop>
  <HeadingPairs>
    <vt:vector size="8" baseType="variant">
      <vt:variant>
        <vt:lpstr>Fonts Used</vt:lpstr>
      </vt:variant>
      <vt:variant>
        <vt:i4>15</vt:i4>
      </vt:variant>
      <vt:variant>
        <vt:lpstr>Theme</vt:lpstr>
      </vt:variant>
      <vt:variant>
        <vt:i4>13</vt:i4>
      </vt:variant>
      <vt:variant>
        <vt:lpstr>Embedded OLE Servers</vt:lpstr>
      </vt:variant>
      <vt:variant>
        <vt:i4>1</vt:i4>
      </vt:variant>
      <vt:variant>
        <vt:lpstr>Slide Titles</vt:lpstr>
      </vt:variant>
      <vt:variant>
        <vt:i4>19</vt:i4>
      </vt:variant>
    </vt:vector>
  </HeadingPairs>
  <TitlesOfParts>
    <vt:vector size="48" baseType="lpstr">
      <vt:lpstr>ADLaM Display</vt:lpstr>
      <vt:lpstr>Arial</vt:lpstr>
      <vt:lpstr>Calibri</vt:lpstr>
      <vt:lpstr>Century Gothic</vt:lpstr>
      <vt:lpstr>Corbel</vt:lpstr>
      <vt:lpstr>Gill Sans MT</vt:lpstr>
      <vt:lpstr>Google Sans</vt:lpstr>
      <vt:lpstr>Impact</vt:lpstr>
      <vt:lpstr>Palatino Linotype</vt:lpstr>
      <vt:lpstr>Symbol</vt:lpstr>
      <vt:lpstr>Times New Roman</vt:lpstr>
      <vt:lpstr>Trebuchet MS</vt:lpstr>
      <vt:lpstr>Tw Cen MT</vt:lpstr>
      <vt:lpstr>Wingdings 2</vt:lpstr>
      <vt:lpstr>Wingdings 3</vt:lpstr>
      <vt:lpstr>Main Event</vt:lpstr>
      <vt:lpstr>Facet</vt:lpstr>
      <vt:lpstr>2_Facet</vt:lpstr>
      <vt:lpstr>Parallax</vt:lpstr>
      <vt:lpstr>Gallery</vt:lpstr>
      <vt:lpstr>Dividend</vt:lpstr>
      <vt:lpstr>1_Main Event</vt:lpstr>
      <vt:lpstr>Circuit</vt:lpstr>
      <vt:lpstr>1_Gallery</vt:lpstr>
      <vt:lpstr>Wisp</vt:lpstr>
      <vt:lpstr>2_Main Event</vt:lpstr>
      <vt:lpstr>1_Wisp</vt:lpstr>
      <vt:lpstr>3_Main Event</vt:lpstr>
      <vt:lpstr>Worksheet</vt:lpstr>
      <vt:lpstr>”ENTERTAINEMENT PREFERENCES”  </vt:lpstr>
      <vt:lpstr> </vt:lpstr>
      <vt:lpstr>1. Which entertainment type is most preferred? </vt:lpstr>
      <vt:lpstr> </vt:lpstr>
      <vt:lpstr> 2. How many hours do people spend weekly on entertainment?  </vt:lpstr>
      <vt:lpstr>📈 Interpretation</vt:lpstr>
      <vt:lpstr>    </vt:lpstr>
      <vt:lpstr>🎯 Final Conclusion Yes, age influences platform choice. Younger age groups (18–29) show stronger preference for digital streaming and gaming platforms, while older groups (30+) demonstrate relatively higher stability toward traditional platforms like TV and music streaming. However, TV remains consistently relevant across all age segments. </vt:lpstr>
      <vt:lpstr>Average (Mean) Monthly Spending = ₹1,538.38 per person</vt:lpstr>
      <vt:lpstr>➡ This indicates the distribution is approximately symmetrical with very slight negative skewness.  ➡The average monthly spending on entertainment is approximately ₹1,538 per person. The distribution is fairly balanced with moderate variability and no significant outliers, indicating stable spending behavior among respondents. </vt:lpstr>
      <vt:lpstr>5. Does subscription status impact satisfaction level? </vt:lpstr>
      <vt:lpstr>6. Is there corelation between weekly hours and spending? </vt:lpstr>
      <vt:lpstr> </vt:lpstr>
      <vt:lpstr>    </vt:lpstr>
      <vt:lpstr> </vt:lpstr>
      <vt:lpstr>PowerPoint Presentation</vt:lpstr>
      <vt:lpstr>    </vt:lpstr>
      <vt:lpstr>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Divya Sharma</dc:creator>
  <cp:lastModifiedBy>Victor xavier vijay</cp:lastModifiedBy>
  <cp:revision>13</cp:revision>
  <dcterms:created xsi:type="dcterms:W3CDTF">2026-02-18T17:32:45Z</dcterms:created>
  <dcterms:modified xsi:type="dcterms:W3CDTF">2026-10-21T08:24:38Z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0x0101003518D89F35703E429031AC06B06236D5</vt:lpwstr>
  </property>
</Properties>
</file>